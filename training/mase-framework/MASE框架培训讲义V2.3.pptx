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ableStyles" Target="tableStyles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573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TRAINING DECK · 2026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988820"/>
            <a:ext cx="1072865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MASE v2.3 开发过程框架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3474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四 Agent · 六步开发主线 · 风险自适应 · 契约与证据闭环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MASE (Measures AI Software Engineering) · v2.3.0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背景与动机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为什么需要统一框架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过程容易失控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AI 写得快，但需求、设计、代码和测试可能各说各话</a:t>
            </a:r>
            <a:r>
              <a:rPr lang="en-US" sz="1500">
                <a:solidFill>
                  <a:srgbClr val="D0D0D0"/>
                </a:solidFill>
                <a:latin typeface="微软雅黑"/>
                <a:ea typeface="微软雅黑"/>
              </a:rPr>
              <a:t/>
            </a: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/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99178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3498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小事流程过重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所有 change 都套完整设计，时间花在仪式而非风险上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6836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1156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全绿仍可能误伤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新测试证明新增行为，却未必发现旧逻辑、调用边或副作用被削弱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5E168"/>
                </a:solidFill>
                <a:latin typeface="微软雅黑"/>
                <a:ea typeface="微软雅黑"/>
              </a:rPr>
              <a:t>目标：一套框架 — 风险决定重量，契约说明边界，证据证明完成</a:t>
            </a:r>
            <a:endParaRPr sz="22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动机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深入学习 · 导航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学习目标与课程地图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完成课程后，能够为一个真实变更选择重量、分析影响并组织证据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会选择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区分轻量、标准、严格三种过程档位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会分析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识别调用链、隐性依赖和系统边界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会验证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设计分层测试、门禁计划和回滚验证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会取证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判断通过、过期、缺失和无效证据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课程地图 · 从判断到证据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框架全景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四 Agent · 六步开发主线 · 三种过程档位 · 可选发布附加流程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A1 计划与统管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判断风险 → 选择过程档位 → 维护门禁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59403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3723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A2 需求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目标 → 场景 → Spec / 原型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87287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A3 开发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契约 → RED → 实现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15171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491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A4 质量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评审 · 验证 · BUG 闭环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37033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2918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16975" y="33375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20624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79476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设计 Design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16975" y="3840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45920" y="470916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3434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429768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16975" y="43434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Do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45920" y="521208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8463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86000" y="480060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16975" y="4846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Check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5920" y="5715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3492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86000" y="530352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16975" y="5349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Act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645920" y="62179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8521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6000" y="58064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完成 Complete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16975" y="5852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Evidence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全景图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六项开发原则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520" y="21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1520" y="24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用户价值先行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520" y="29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先确认可见结果、边界和不做什么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738" y="19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38" y="21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7738" y="24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风险适配，保护存量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738" y="29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先锁定旧行为与变更边界；风险越高验证越深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03956" y="19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3956" y="21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53956" y="24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契约优先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53956" y="29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先定义公共边界、不变量和失败语义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40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520" y="42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1520" y="45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测试先行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1520" y="50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从相关失败测试开始，再写最小实现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management-principles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367738" y="40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17738" y="42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38" y="45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人做判断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38" y="50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人决定目标、验收、取舍和最终接受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003956" y="40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3956" y="42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53956" y="45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证据闭环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53956" y="50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自动门禁绑定输入、日志和当前候选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开发守则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工程规则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需求先确认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先说清用户看得见的结果；UI 变化再确认原型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78727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10247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影响链先行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锁定文件、符号、调用边、受保护测试和副作用预算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TDD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先看到相关测试失败，再写最小实现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8727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0247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硬门禁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API 契约与适用的 P0 E2E 必须通过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根因分析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修 BUG 前先取得失败证据，写出可证伪假设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8727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10247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系统化解决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修根因、补测试、查同类问题，不遮蔽症状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提交节奏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按纵向工作包或 Capability 提交，不按对话次数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78727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0247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备份机制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删除、回退或迁移前先 dry-run 并备份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engineering-rules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验证职责分层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六项原则落地时，让人、AI 和自动化各自承担合适职责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需求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人确认需求与验收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目标、边界、取舍和最终接受由人决定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9178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设计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99178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AI 辅助设计评审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检查影响与负向保证；附带变更只能由人批准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6836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实现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66836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1156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自动化取证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门禁运行器记录命令、输入、日志和结果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vv-strategy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原则落地：三次回看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核心理念前置到开发停止点；发现偏差就回到上一份承诺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24231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23774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开发前：目标与验收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结果可见吗？边界合理吗？错误能恢复吗？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32918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实现前：风险与契约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旧行为、调用边、副作用和禁止范围锁定了吗？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4251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完成前：测试与证据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受保护测试仍完整吗？实际变化超出预算了吗？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5E168"/>
                </a:solidFill>
                <a:latin typeface="微软雅黑"/>
                <a:ea typeface="微软雅黑"/>
              </a:rPr>
              <a:t>人负责判断，AI 辅助分析，自动化提供证据；三者不能互相替代</a:t>
            </a:r>
            <a:endParaRPr sz="16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no-cheating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01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Agent 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四个角色 · 一条连续流程 · 风险越高越强调独立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Orchestrator + 需求 + 开发 + 质量；轻量档可由一个 Agent 连续完成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计划与统管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核心职责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接收变更 → 判断档位与影响 → 生成门禁计划 → 路由角色 → 归档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门禁计划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影响超限先阻断；其余按风险列出检查、顺序与状态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门禁运行器按规范命令执行检查，并绑定输入、日志、结果和证据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agent-1 · orchestrator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理解目的、约束和成功标准，只问会改变结果的问题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8892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只有 UI 行为变化时才做，用来确认“看得见、点得动”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703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65760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Spec 与测试设计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Spec 写不变量与允许差异；独立测试用例用 Test ID 追踪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产出：proposal / specs + 测试设计；UI 变化时附可确认原型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agent-2 · requirements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开发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技术预研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只为未知工具链、外部依赖或高风险行为做可重跑 POC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68698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3018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风险与契约驱动设计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先锁定变更边界与旧根基；公共边界再定义契约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05876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196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分级 TDD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Spec → 契约 → RED → 最小实现 → 能力验证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728655" cy="164592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1800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E8D85C"/>
                </a:solidFill>
                <a:latin typeface="微软雅黑"/>
                <a:ea typeface="微软雅黑"/>
              </a:rPr>
              <a:t>V&amp;V：先得到相关 RED，再让可重放证据说话</a:t>
            </a:r>
            <a:endParaRPr sz="22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1800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影响与预算 → 受保护测试 + RED → 最小实现 → 实际差异复扫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5E168"/>
                </a:solidFill>
                <a:latin typeface="微软雅黑"/>
                <a:ea typeface="微软雅黑"/>
              </a:rPr>
              <a:t>人确定验收和取舍，AI 完成调研与实现，门禁记录结果</a:t>
            </a:r>
            <a:endParaRPr sz="14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agent-3 · development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质量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设计评审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对照文件、符号、调用边、隐性依赖和副作用预算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UI 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只有 UI 变化时检查视觉、交互、响应式和无障碍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代码质量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越界复扫 + 受保护测试 + diff 评审 + API 契约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BUG 修复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失败证据 → 根因假设 → 系统修复 → 回归 → 同类扫描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agent-4 · quality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深入学习 · 案例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贯穿案例：订单规则升级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历史订单服务增加新折扣，同时必须保护旧客户端、消息与结算结果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会员订单支持分级折扣，旧订单结果不变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存量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REST、消息消费者和定时结算都依赖订单模型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金额语义、序列化兼容和重复消费可能变化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目标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用影响链和证据证明新行为成立且旧根基未削弱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贯穿案例 · 后续页面持续引用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02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阶段层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六步开发主线（不是状态枚举）· 连续推进 · 风险决定门禁重量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Schema 九 phase：draft / proposal / design / build / verify · retro / release / complete / archived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档位与风险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三种过程档位决策树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先看风险边界，再决定需要多少设计、测试与独立评审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轻量档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本地工具、小范围变更、可快速回退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标准档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界面、文件、外部依赖、并发或持久化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严格档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鉴权、支付、监管、密钥或不可逆迁移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先问一句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失败会影响谁，是否可恢复，边界是否公共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风险决定重量 · 档位不是成熟度等级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档位与风险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同一需求的三档对比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“增加折扣”因为运行边界不同，所需流程可以完全不同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轻量示例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离线计算器：Spec、相关测试、可回滚提交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标准示例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订单 API：设计、契约、集成和能力评审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严格示例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支付结算：安全、独立评审、灰度与恢复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不变底线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历史影响、已触发契约和最终候选证据不能省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同一功能名 ≠ 同一过程重量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档位与风险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能力局部升级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高风险能力只加深自己的开发边界，但不能删除 change 的最终质量底线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基础档位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订单界面采用标准档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局部风险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优惠券解析处理不可信输入，增加安全检查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局部范围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只让解析能力运行恶意输入与专项集成测试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最终底线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冻结候选仍合并所有能力触发的硬门禁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局部加深 · 全局不降级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门禁机制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门禁计划如何生成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门禁计划由基础档位、风险触发器、产品属性与影响等级共同推导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输入一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基础过程档位与 Capability 声明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输入二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界面、公共契约、历史变更与风险触发器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编译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合并硬门禁、能力门禁、人工决策和发布附加流程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输出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只显示当前必需门禁、状态、前序和下一步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门禁计划 · 机器推导而非聊天清单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门禁机制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门禁状态与下一步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状态不是颜色标签，而是当前输入下可以执行的动作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可运行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前序完成，当前输入需要验证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可复用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执行签名一致且证据仍新鲜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延后或阻断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任务、分析、人工评审或候选尚未满足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过期或无效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输入、日志、制品、sidecar 或候选发生变化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先执行最小下一步 · 不提前刷全量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效率治理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工作包上下文预算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上下文计划按任务或能力收窄；宽泛目录只报告，不自动递归加载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默认读取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当前 Spec、相关接口、相关测试、diff 和交接摘要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任务声明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在 tasks.md 为每个工作包写 reads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预算阻断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文件数或字符数超限时先收窄范围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人工覆盖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必须记录原因；字符数仍只是 Token 代理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只带当前工作需要的事实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效率治理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活动状态与证据索引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状态文件保存当前事实；完整命令、输入和测试清单按需读取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活动状态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档位、阶段、风险、gate 结果和 evidence 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完整证据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每次 execution 独立保存结构化 sidecar 与日志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新鲜度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摘要通过 digest 绑定 sidecar、输入和候选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按需调试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只加载失败 execution，不读取全部历史记录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唯一状态源 ≠ 把所有历史塞进一个文件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项目组织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项目结构与框架边界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45920" y="27432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574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src/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产品代码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30975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产品仓库自有源码；不进入 MASE 框架仓库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5920" y="3429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tests/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测试代码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0975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产品仓库自有测试、测试数据与适配器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41148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.mase/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门禁证据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0975" y="3429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.mase/gates.yaml · tests.yaml · evidence · baseline（Brownfield）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8006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455" y="4114800"/>
            <a:ext cx="135318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openspec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4640" y="40690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变更事实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0975" y="41148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proposal · specs · tasks · mase-state.yaml + framework_contract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边界：产品独立仓库 | 已安装 CLI + 版本化 Schema | 框架用临时采用项目自测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project-structure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工具链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Skills 矩阵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brainstorming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UI 原型（按需）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04683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9003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设计阶段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project-planning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contract-first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design-review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77846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52166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构建阶段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TDD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PBT（按风险）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安全评审（按风险）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51009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329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验证阶段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缺陷修复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门禁运行器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隔离环境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424172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8492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完成 / 发布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freeze / status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release-software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git-commit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skills-matrix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六步主线的输入与输出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六步是连续开发主线，不是六个等待审批的状态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目标与约束 → Proposal、Spec、测试设计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风险与设计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影响和契约 → 设计、任务、门禁计划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构建与验证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RED 和实现 → 能力证据、复扫、缺陷闭环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复盘与完成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稳定候选 → 改进、最终验证、可选发布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每一步都要有可消费的输出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确认可观察目标、约束、成功标准和不做什么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265176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产品有 UI 且本 change 修改 UI 时，用原型确认核心操作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35204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347472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验收场景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Given / When / Then 表达典型、边界和错误路径，不机械穷举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4572000"/>
            <a:ext cx="8899855" cy="109728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846320"/>
            <a:ext cx="835121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V&amp;V：人审阅目标与关键场景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Spec 是验收行为来源；原型帮助确认 UI，但不能反向发明需求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产出：proposal / specs；有 UI 变化时附原型  |  决策：基础过程档位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phase-1 · proposal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Proposal 的退出条件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需求阶段结束不是“文档写完”，而是关键行为可以被验收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目标可观察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用户能看到、操作或确认什么结果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边界清楚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典型、错误、不做什么和兼容要求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测试可设计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每条承诺能映射稳定 Spec ID 与 Test ID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原型按需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只有界面行为变化才需要确认原型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退出标准 · 可验收而非字数足够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需求澄清（brainstorming）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把“想做什么”变成团队可以验收的结果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用户目标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先理解为什么做、谁会使用、什么结果有价值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可见结果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用操作、输出和错误行为描述成功，不只列功能名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约束与风险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技术栈、时间、合规、不可信输入和不可逆操作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批量澄清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只问会改变验收结果的问题，减少来回打断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brainstorming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交互原型（frontend-skill）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只在 UI 行为变化时使用，让需求“看得见、点得动”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先看参考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优先沿用用户给定页面、设计系统和现有交互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确认核心流程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覆盖用户真正要操作的主路径，不追求所有装饰细节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异常也要可见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空状态、失败提示、权限不足和恢复动作要能演示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原型不是需求源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冲突时回到用户目标和 Spec，不让原型自行加需求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frontend-skill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任务与上下文规划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任务拆成可验收工作包；上下文只带真正需要的信息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纵向任务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每项从 Spec 到测试和实现，交付一个可验证结果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依赖与并行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先标出真实依赖，再并行没有共享写入的工作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上下文路由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默认只读当前 Spec、相关接口与测试、diff 和交接摘要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产出 tasks.md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每项写清 reads 与 verify，避免“做完但无法验收”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project-planning-expert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风险分诊与技术预研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轻量档（Lite）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例如：文档、小型本地工具；走最短路径和相关测试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标准档（Standard）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例如：UI、文件、外部依赖、并发或持久化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严格档（Strict）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例如：鉴权、支付、监管、密钥或不可逆迁移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能力局部升级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能力命中高风险时只加深该能力，不能删除硬门禁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产出：过程档位 + L1 / L2 / L3 影响等级 + 门禁计划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tech-feasibility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风险分诊案例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订单折扣同时命中历史行为、公共契约、持久化和异步消息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历史行为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触发影响分析和修改后复扫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公共契约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触发契约测试、架构评审与全链路验证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持久化消息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增加集成测试、兼容样本和副作用预算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结论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标准档 + L3，不新建第四种过程档位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风险注册表把判断编译成门禁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技术预研的停止条件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预研只解决未知事实，已验证事实直接引用证据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需要预研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未知工具链、外部依赖或高风险行为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可重跑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固定输入、命令、版本和结果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达到目标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关键可行性问题已有明确证据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立即停止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不要为了“更完整”继续消耗上下文和时间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预研回答问题 · 不制造长期分支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按风险做设计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246888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architecture.md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73775" y="19659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标准 / 严格档：架构、模块边界、关键取舍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contract.md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73775" y="2606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API / 公共协议：输入、输出、不变量、错误语义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374904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461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20040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tasks.md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3775" y="32461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纵向工作包 + reads + verify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88720" y="438912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862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D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384048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specs/{capability}/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73775" y="38862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用户可观察的验收行为与边界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0" y="502920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262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E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风险自检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73775" y="45262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调用方和隐性依赖查全了吗？契约、回滚和降级一致吗？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88720" y="5212080"/>
            <a:ext cx="9814255" cy="100584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486400"/>
            <a:ext cx="92656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V&amp;V：设计深度由风险决定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轻量档不强制完整设计；复杂模型或迁移才局部加深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设计被后续任务和测试使用，才有价值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architecture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设计包按风险增减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设计产物的多少由后续决策需要决定，不按模板全家桶决定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轻量档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行为 Spec 与可执行工作包通常足够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标准档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增加聚焦设计和公共契约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严格档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增加可行性、架构、详细设计和恢复约束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判断标准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文档是否被任务、评审、测试或回滚真正使用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产物服务决策 · 不服务仪式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契约优先（Contract First）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先把边界说清楚，再把它变成失败测试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来自 Spec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契约只提炼已确认的行为，不凭空发明默认值或幂等性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四类内容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前置条件、后置结果、不变量和错误响应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公共边界必做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API 和公共协议必须做契约测试；内部函数按风险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建立追踪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Spec ID → Contract ID → Test ID，失败时知道哪条承诺没兑现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code-quality-controller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契约从 Spec 而来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契约提炼已确认行为，不能凭接口形式发明幂等、默认值或兼容语义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前置条件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哪些输入、权限、状态允许调用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后置结果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返回值、状态变化和外部可观察效果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不变量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金额、顺序、归属和并发约束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错误语义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异常类型、错误响应、重试与原子性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Spec ID → Contract ID → Test ID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设计评审（design-review）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评审重点随风险变化，不让所有项目都背同样重量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风险匹配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轻量档看 diff；标准档看能力边界；严格档做独立评审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需求一致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设计是否覆盖受影响 Spec？有没有多做或漏做？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契约与失败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API、状态机、并发和资源生命周期是否说清异常语义？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回滚与恢复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迁移、配置、数据和外部依赖出错时如何回到安全状态？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frontend-design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影响链触发与豁免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历史运行时代码、契约、配置、Schema、消息或持久化变化都要分析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必须执行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缺陷、需求、重构、性能、安全导致的历史行为修改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可豁免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纯注释、格式和非机器消费文案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不可豁免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监控、审计或程序消费的日志变化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豁免证据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必须证明没有行为、契约和机器消费变化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先分类 · 再设计与实现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显性调用扫描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静态使用关系只是起点，还要记录路径、符号、层级和停止原因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修改点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锁定批准文件、符号和禁止范围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直接调用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IDE 使用查找、AST 或语言服务器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继续追踪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契约或语义变化递归到系统边界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保存证据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调用方、深度、路径、能力和终止原因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显性调用不等于完整影响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隐性依赖扫描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没有普通函数调用边的依赖，往往是历史代码最容易被误伤的地方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数据通道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JSON、Protobuf、持久化格式和缓存键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运行时通道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代理、切面、反射和依赖注入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注册通道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配置、SPI、模板和生成注册表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异步通道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消息、定时任务、监听器和回调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每个通道标记已发现、查空、未验证或库外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递归停止与人工介入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停止是有证据的边界，不是因为扫描太麻烦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正常停止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到达 REST、消息、任务、监听器或命令入口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库外停止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进入第三方依赖或运行时原生类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深度上限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三层未到边界，停止自动递归并告警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人工介入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判断耦合、拆分、隔离、开关或终止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深度三层未收敛不能宣称分析完整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L1、L2、L3 验证矩阵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影响等级独立于过程档位，用来决定本次历史变更的验证深度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L1 低影响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调用方单元测试 + 新旧差异契约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L2 中影响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L1 + 适用集成 + AI 差异说明 + 人工影响评审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L3 高影响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L2 + 架构评审 + 全链路 + 灰度停止 + 回滚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独立判断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低档项目也可能出现 L3 历史契约变更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等级决定深度 · 档位决定基础过程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波及过大的处置策略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调用方超过 10 个、系统边界达到 3 个或隐性依赖不可控时，AI 必须停止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版本隔离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新建 V2 与适配层，保留旧消费者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特性开关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小范围灰度，设定停止条件后逐步放量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拆分变更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把契约、迁移和消费者升级分成可回滚步骤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终止变更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风险无法控制时由架构师重新设计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影响超限是决策门禁，不是警告文字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修改前分析与修改后复扫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计划影响范围保护实现方向，实际 diff 复扫证明没有越界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修改前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批准路径、符号、不变量、历史测试和副作用预算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实现中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新增调用方或边界立即返回分析与设计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修改后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重算实际路径、符号、调用边和观察到的副作用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不匹配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任何越界使复扫失效，不能靠自述批准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计划范围 ≠ 实际事实 · 二者必须对账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测试用例设计与追踪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Spec 保存行为承诺；测试用例独立维护可执行条件与数据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行为场景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典型、边界、错误和允许差异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测试设计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前置数据、步骤、预期结果和清理方式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稳定标识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Spec ID、Test ID 与 selector 建立追踪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历史保护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新测试与修改前受保护测试分开登记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测试代码独立 · 追踪关系稳定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0240" y="173736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先写契约测试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Spec → 前置 / 后置 / 不变量 → RED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0240" y="251460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最小实现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只写让当前失败转绿的必要代码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329184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微循环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相关 unit / contract：红 → 绿 → 重构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406908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能力验证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复扫路径、符号、调用边和副作用；回放受保护测试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484632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评审与安全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风险命中才加安全、回滚或独立评审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720" y="5760720"/>
            <a:ext cx="9814255" cy="91440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6035040"/>
            <a:ext cx="92656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V&amp;V：新增测试证明新行为；负向保证保护旧根基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100">
                <a:solidFill>
                  <a:srgbClr val="D0D0D0"/>
                </a:solidFill>
                <a:latin typeface="微软雅黑"/>
                <a:ea typeface="微软雅黑"/>
              </a:rPr>
              <a:t>仍要对照 Spec、调用边、受保护测试和副作用预算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能力验证通过后再提交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phase-3 · build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分级 TDD 与属性测试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先跑相关检查，能力边界再扩展，最后只验证冻结候选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Micro 微循环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当前 unit / contract：确认 RED → 最小实现 → 重构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属性测试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复杂输入、解析、数值边界或状态机命中时使用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可重放失败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保存随机种子、工具版本、重放命令和收缩后的最小反例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补充而不替代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属性测试补充确定性样例，不能替代 Spec 和典型回归测试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测试与证据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TDD 的三层节奏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不同边界运行不同测试，减少等待同时保持最终保证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微循环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当前单元与契约：RED → 最小实现 → 重构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能力边界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复扫影响、相关集成、评审与风险专项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最终边界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冻结候选只运行一次适用全量与关键旅程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重跑条件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失败修复、输入变化或证据失效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分层运行 · 不在 Build 中刷 final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测试与证据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能力门禁何时运行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先让变更范围稳定，再运行较重的集成、冒烟和人工评审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运行前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相关功能、测试和影响范围已经稳定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精确选测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 Capability、Test ID 和最小 selector 执行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避免重复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检测交集和包含率，整文件重复必须拆分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证据复用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执行签名不变时直接复用，不因对话轮次重跑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范围稳定后运行一次能力边界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测试与证据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候选冻结时间线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最终验证必须回答“这一份代码是否通过”，而不是“曾经某次通过”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稳定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任务、能力门禁、人工确认和影响复扫完成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冻结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记录候选 ID、规范化输入和摘要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最终验证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全量单元、集成、契约和适用关键旅程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变化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代码、Spec、测试或门禁输入变化就重新冻结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候选绑定让通过结论有明确主语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447" y="2171700"/>
            <a:ext cx="6400800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69767" y="2446020"/>
            <a:ext cx="5852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BUG 修复闭环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800">
                <a:solidFill>
                  <a:srgbClr val="D0D0D0"/>
                </a:solidFill>
                <a:latin typeface="微软雅黑"/>
                <a:ea typeface="微软雅黑"/>
              </a:rPr>
              <a:t>失败证据 → 可证伪根因 → 系统修复 → 回归测试 → 同类扫描</a:t>
            </a:r>
            <a:endParaRPr sz="18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2748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5E168"/>
                </a:solidFill>
                <a:latin typeface="微软雅黑"/>
                <a:ea typeface="微软雅黑"/>
              </a:rPr>
              <a:t>原则：不从猜测改代码 · 不遮蔽症状 · 不漏掉同类风险</a:t>
            </a:r>
            <a:endParaRPr sz="20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9149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工具：缺陷修复流程 + 相关门禁运行器；三次错误假设后停止并补证据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phase-4 · verify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证据机制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证据新鲜度闭环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55331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5331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1">
                <a:solidFill>
                  <a:srgbClr val="E8D85C"/>
                </a:solidFill>
                <a:latin typeface="Georgia" panose="02040502050405090303"/>
              </a:rPr>
              <a:t>输入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绑定检查范围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Spec、变更边界、调用边、受保护测试、副作用和候选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3806075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6075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1">
                <a:solidFill>
                  <a:srgbClr val="E8D85C"/>
                </a:solidFill>
                <a:latin typeface="Georgia" panose="02040502050405090303"/>
              </a:rPr>
              <a:t>执行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2263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执行规范命令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82263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执行规范命令并保存完整日志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56819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819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1">
                <a:solidFill>
                  <a:srgbClr val="E8D85C"/>
                </a:solidFill>
                <a:latin typeface="Georgia" panose="02040502050405090303"/>
              </a:rPr>
              <a:t>证据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33007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记录可重放结果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33007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记录结果、摘要、制品和执行环境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307563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7563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1">
                <a:solidFill>
                  <a:srgbClr val="E8D85C"/>
                </a:solidFill>
                <a:latin typeface="Georgia" panose="02040502050405090303"/>
              </a:rPr>
              <a:t>新鲜度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83751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变化即重新验证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83751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输入变化即过期，必须重新验证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pdca-cycle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追踪机制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需求到证据的追踪链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行为留在 Spec；可执行用例独立维护；通过稳定 ID 关联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Spec 场景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用户可观察行为、边界、错误与验收条件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99178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498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测试设计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新行为 Test ID + 受保护历史测试 + 预期差异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66836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可执行测试与证据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测试代码独立维护；门禁记录当前结果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Spec ID → Test ID → selector → 门禁证据  |  任一变化都可追踪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step-back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技能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网页验证与隔离环境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框架定义通用契约；产品维护自己的测试、测试数据和适配器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三层浏览器测试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界面契约 · P0 关键旅程 · P1 回归测试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按能力选择 P0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已安装 MASE 选测；未映射界面保守执行全部关键旅程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确定性隔离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独立服务和数据根；测试数据结构与摘要绑定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自动诊断减负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跟踪文件、日志和分类；重试后通过仍记录为不稳定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技能 · 网页测试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测试与证据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测试去重不降低质量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减少的是同一边界的重复节点，不是删除契约、关键旅程或最终回归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稳定 Test ID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门禁选择最小 node selector，不用整文件代替语义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包含率诊断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小集合被大集合完全包含也能被发现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显式覆盖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只有输入、制品和 selector 均为超集才可复用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最终保留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冻结候选仍运行一次适用全量测试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选得更准 · 只跑一次 · 质量底线不变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代码评审（code-review）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围绕受影响行为和当前 diff，给出可执行的分级反馈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Spec 与契约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实现是否覆盖受影响行为？错误语义是否一致？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可达代码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检查显性调用、隐性依赖、调用边差异和副作用预算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问题驱动复审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首轮无异议即结束；有问题、候选变化或证据失效时继续复审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结构化反馈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检查受保护测试弱化；AI 自述不能代替审批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安全评审（security-review）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由风险触发，不是每个标准档 change 都做深度扫描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触发条件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不可信输入、归档、鉴权、支付、密钥或迁移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输入与权限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注入、越权、租户隔离、资源上限和失败原子性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密钥与日志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凭据不落盘、不回显；证据日志必须脱敏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迁移与回滚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 dry-run、备份和分阶段切换，再执行不可逆动作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security-review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验证阶段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BUG 修复闭环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先证明为什么坏，再修根因并防止同类问题复发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失败证据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先复现或取日志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47973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5133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5133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根因假设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85133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必须可证伪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64427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7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1587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系统修复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1587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不遮蔽症状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880881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8041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18041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回归测试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18041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固化失败场景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同类扫描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查找相同风险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47973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5133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5133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证据更新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85133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相关 gate 重跑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64427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1587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1587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停止条件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1587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三次错假设就补证据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880881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8041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18041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知识沉淀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18041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重大重复才记录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45920" y="4754880"/>
            <a:ext cx="8899855" cy="128016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029200"/>
            <a:ext cx="83512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科学修复流程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复现 → 假设 → 验证 → 修根因 → 回归 → 同类扫描 → 更新证据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bug-fixer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5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20116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收集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本轮失败证据、评审意见、最小反例和门禁日志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971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9260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分析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高发 BUG、测试盲区、证据 stale 原因和流程短板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8862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8404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改进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更新规则、模板、测试或 gate；不把经验只留在聊天里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重大、重复或可复用的问题才沉淀；小事不强制写复盘报告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phase-5 · retrospective · pdca-act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6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完成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确认开发候选稳定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负向保证、任务、相关门禁和人工确认都完成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7889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4320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候选冻结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固定代码、影响产物与输入摘要；相关变化使证据过期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6118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56616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最终验证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门禁运行器对冻结候选跑一次适用全量测试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3120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438912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发布时启用附加流程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仅在打包、发布、部署、线上验证或恢复时启用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候选 → 制品 → 目标 → 线上 → 观察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发布阶段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提交、发布与证据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开发、制品、线上与观察是不同事实；输入变化时证据会过期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提交与不可变制品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工作包可回滚；制品绑定身份、来源与最终内容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发布状态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candidate_ready / artifact_ready / target_ready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线上验证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artifact_ready ≠ live_verified；必须走真实消费者路径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观察与恢复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观察窗口结束前保留上一版、备份和恢复控制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git-commit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发布与恢复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发布与恢复演练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制品就绪、线上可用和观察完成是三个不同事实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不可变制品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绑定候选、来源和最终内容摘要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真实验证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沿订单消费者路径下单、结算并检查消息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停止条件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错误率、金额差异或消息积压越线立即停止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恢复路径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切回旧版本，验证数据兼容并保留观察窗口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发布成功 = 真实消费者验证 + 观察 + 可恢复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快速上手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三步启动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201168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初始化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mase init demo --profile standard --stack python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30632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301752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检查并创建 change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先写 proposal / specs / tasks，再做影响链分析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402336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按门禁推进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mase impact status；再 gate plan / run / freeze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40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命令：mase init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244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迁移：update --dry-run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quick-start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案例与速查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分组演练与行动清单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为订单规则升级完成一次从风险判断到候选验证的最小闭环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练习一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选择基础档位、影响等级和风险触发器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练习二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画出显性、隐性调用链与递归终止点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练习三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列出 Test ID、门禁顺序、灰度停止和回滚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带回团队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先做一个真实 change，再用证据调整流程重量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风险决定重量 · 契约定义边界 · 证据证明完成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5458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谢谢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0005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课程总结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454914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风险决定重量 · 契约约束边界 · 测试与证据证明完成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MASE v2.3.0  |  学以致用 · 持续改进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6694</Words>
  <Application>WPS 文字</Application>
  <PresentationFormat>On-screen Show (4:3)</PresentationFormat>
  <Paragraphs>950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Arial</vt:lpstr>
      <vt:lpstr>宋体</vt:lpstr>
      <vt:lpstr>Wingdings</vt:lpstr>
      <vt:lpstr>Arial</vt:lpstr>
      <vt:lpstr>Consolas</vt:lpstr>
      <vt:lpstr>苹方-简</vt:lpstr>
      <vt:lpstr>微软雅黑</vt:lpstr>
      <vt:lpstr>Georgia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MASE v2.3 开发过程框架</dc:title>
  <dc:creator>Measures · MASE</dc:creator>
  <dc:description>Generated from the checksum-guarded V1 template and mase-training-v2.3.yaml; canonical rules remain in runtime sources.</dc:description>
  <cp:lastModifiedBy>任甲林</cp:lastModifiedBy>
  <cp:revision>4</cp:revision>
  <dcterms:created xsi:type="dcterms:W3CDTF">2026-07-10T00:33:32Z</dcterms:created>
  <dcterms:modified xsi:type="dcterms:W3CDTF">2026-07-10T00:33:32Z</dcterms:modified>
  <dc:subject>MASE v2.3 training in the V1 teaching structure</dc:subject>
  <cp:keywords>MASE,v2.3,V1-structure,risk-adaptive,TDD,contract,evidence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505DE976D14CA001C9854D6AC01355AB_43</vt:lpwstr>
  </property>
  <property fmtid="{D5CDD505-2E9C-101B-9397-08002B2CF9AE}" pid="3" name="KSOProductBuildVer">
    <vt:lpwstr>2052-6.7.1.8828</vt:lpwstr>
  </property>
</Properties>
</file>