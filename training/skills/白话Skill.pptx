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8"/>
    <p:sldId id="257" r:id="rId9"/>
    <p:sldId id="258" r:id="rId10"/>
    <p:sldId id="259" r:id="rId7"/>
    <p:sldId id="260" r:id="rId6"/>
    <p:sldId id="261" r:id="rId5"/>
    <p:sldId id="262" r:id="rId4"/>
    <p:sldId id="263" r:id="rId3"/>
    <p:sldId id="264" r:id="rId2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 panose="020F0502020204030204"/>
        <a:ea typeface="Calibri" panose="020F0502020204030204"/>
        <a:cs typeface="Calibri" panose="020F0502020204030204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FEF2"/>
    <a:srgbClr val="0D89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82197"/>
  </p:normalViewPr>
  <p:slideViewPr>
    <p:cSldViewPr snapToGrid="0" snapToObjects="1">
      <p:cViewPr varScale="1">
        <p:scale>
          <a:sx n="87" d="100"/>
          <a:sy n="87" d="100"/>
        </p:scale>
        <p:origin x="76" y="264"/>
      </p:cViewPr>
      <p:guideLst>
        <p:guide orient="horz" pos="2160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6" d="100"/>
          <a:sy n="86" d="100"/>
        </p:scale>
        <p:origin x="2720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C3033-EFEB-E545-AF96-23FCF7AAD5C2}" type="datetimeFigureOut">
              <a:rPr kumimoji="1" lang="zh-CN" altLang="en-US" smtClean="0"/>
              <a:t>2025-02-28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C842D-BD05-884D-A95C-E1EF69DF12E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 panose="020B060402020202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文本"/>
          <p:cNvSpPr txBox="1">
            <a:spLocks noGrp="1"/>
          </p:cNvSpPr>
          <p:nvPr>
            <p:ph type="title"/>
          </p:nvPr>
        </p:nvSpPr>
        <p:spPr>
          <a:xfrm>
            <a:off x="914400" y="2401441"/>
            <a:ext cx="10363200" cy="147002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200">
                <a:solidFill>
                  <a:schemeClr val="accent4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7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828800" y="5326695"/>
            <a:ext cx="8534400" cy="74234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1218565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 panose="020B0604020202020204"/>
              <a:buNone/>
              <a:defRPr sz="2200" b="1" i="0" u="none" strike="noStrike" cap="none" spc="0" baseline="0" dirty="0">
                <a:ln>
                  <a:noFill/>
                </a:ln>
                <a:solidFill>
                  <a:schemeClr val="accent4">
                    <a:lumMod val="50000"/>
                  </a:schemeClr>
                </a:solidFill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思源黑体 CN" panose="020B0500000000000000" pitchFamily="34" charset="-122"/>
                <a:sym typeface="幼圆"/>
              </a:defRPr>
            </a:lvl1pPr>
            <a:lvl2pPr marL="0" indent="609600" algn="ctr">
              <a:spcBef>
                <a:spcPts val="500"/>
              </a:spcBef>
              <a:buSzTx/>
              <a:buFontTx/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2pPr>
            <a:lvl3pPr marL="0" indent="1219200" algn="ctr">
              <a:spcBef>
                <a:spcPts val="500"/>
              </a:spcBef>
              <a:buSzTx/>
              <a:buFontTx/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3pPr>
            <a:lvl4pPr marL="0" indent="1828800" algn="ctr">
              <a:spcBef>
                <a:spcPts val="500"/>
              </a:spcBef>
              <a:buSzTx/>
              <a:buFontTx/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4pPr>
            <a:lvl5pPr marL="0" indent="2438400" algn="ctr">
              <a:spcBef>
                <a:spcPts val="500"/>
              </a:spcBef>
              <a:buSzTx/>
              <a:buFontTx/>
              <a:buNone/>
              <a:defRPr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defRPr>
            </a:lvl5pPr>
          </a:lstStyle>
          <a:p>
            <a:r>
              <a:rPr lang="zh-CN" altLang="en-US" dirty="0"/>
              <a:t>麦哲思科技（北京）有限公司</a:t>
            </a:r>
          </a:p>
        </p:txBody>
      </p:sp>
      <p:pic>
        <p:nvPicPr>
          <p:cNvPr id="21" name="Picture 3" descr="C:\Users\Administrator\Desktop\麦哲思原色.png麦哲思原色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48646" y="124864"/>
            <a:ext cx="1803907" cy="6640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矩形 45">
            <a:extLst>
              <a:ext uri="{FF2B5EF4-FFF2-40B4-BE49-F238E27FC236}">
                <a16:creationId xmlns:a16="http://schemas.microsoft.com/office/drawing/2014/main" id="{46CE99C4-5ADB-EA9F-2F33-7757E31C202E}"/>
              </a:ext>
            </a:extLst>
          </p:cNvPr>
          <p:cNvSpPr>
            <a:spLocks noChangeAspect="1"/>
          </p:cNvSpPr>
          <p:nvPr userDrawn="1"/>
        </p:nvSpPr>
        <p:spPr>
          <a:xfrm>
            <a:off x="-6003" y="56137"/>
            <a:ext cx="1112458" cy="2335353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" fmla="*/ 0 w 1696765"/>
              <a:gd name="connsiteY0" fmla="*/ 0 h 1221340"/>
              <a:gd name="connsiteX1" fmla="*/ 1508236 w 1696765"/>
              <a:gd name="connsiteY1" fmla="*/ 0 h 1221340"/>
              <a:gd name="connsiteX2" fmla="*/ 1508236 w 1696765"/>
              <a:gd name="connsiteY2" fmla="*/ 1085636 h 1221340"/>
              <a:gd name="connsiteX3" fmla="*/ 0 w 1696765"/>
              <a:gd name="connsiteY3" fmla="*/ 1085636 h 1221340"/>
              <a:gd name="connsiteX4" fmla="*/ 0 w 1696765"/>
              <a:gd name="connsiteY4" fmla="*/ 0 h 1221340"/>
              <a:gd name="connsiteX0" fmla="*/ 0 w 1625544"/>
              <a:gd name="connsiteY0" fmla="*/ 0 h 1292721"/>
              <a:gd name="connsiteX1" fmla="*/ 1508236 w 1625544"/>
              <a:gd name="connsiteY1" fmla="*/ 0 h 1292721"/>
              <a:gd name="connsiteX2" fmla="*/ 1314272 w 1625544"/>
              <a:gd name="connsiteY2" fmla="*/ 1202014 h 1292721"/>
              <a:gd name="connsiteX3" fmla="*/ 0 w 1625544"/>
              <a:gd name="connsiteY3" fmla="*/ 1085636 h 1292721"/>
              <a:gd name="connsiteX4" fmla="*/ 0 w 1625544"/>
              <a:gd name="connsiteY4" fmla="*/ 0 h 1292721"/>
              <a:gd name="connsiteX0" fmla="*/ 0 w 1609402"/>
              <a:gd name="connsiteY0" fmla="*/ 0 h 1329990"/>
              <a:gd name="connsiteX1" fmla="*/ 1508236 w 1609402"/>
              <a:gd name="connsiteY1" fmla="*/ 0 h 1329990"/>
              <a:gd name="connsiteX2" fmla="*/ 1242228 w 1609402"/>
              <a:gd name="connsiteY2" fmla="*/ 1251890 h 1329990"/>
              <a:gd name="connsiteX3" fmla="*/ 0 w 1609402"/>
              <a:gd name="connsiteY3" fmla="*/ 1085636 h 1329990"/>
              <a:gd name="connsiteX4" fmla="*/ 0 w 1609402"/>
              <a:gd name="connsiteY4" fmla="*/ 0 h 1329990"/>
              <a:gd name="connsiteX0" fmla="*/ 0 w 1629022"/>
              <a:gd name="connsiteY0" fmla="*/ 0 h 1339792"/>
              <a:gd name="connsiteX1" fmla="*/ 1508236 w 1629022"/>
              <a:gd name="connsiteY1" fmla="*/ 0 h 1339792"/>
              <a:gd name="connsiteX2" fmla="*/ 1242228 w 1629022"/>
              <a:gd name="connsiteY2" fmla="*/ 1251890 h 1339792"/>
              <a:gd name="connsiteX3" fmla="*/ 0 w 1629022"/>
              <a:gd name="connsiteY3" fmla="*/ 1085636 h 1339792"/>
              <a:gd name="connsiteX4" fmla="*/ 0 w 1629022"/>
              <a:gd name="connsiteY4" fmla="*/ 0 h 1339792"/>
              <a:gd name="connsiteX0" fmla="*/ 0 w 1658577"/>
              <a:gd name="connsiteY0" fmla="*/ 0 h 1339792"/>
              <a:gd name="connsiteX1" fmla="*/ 1508236 w 1658577"/>
              <a:gd name="connsiteY1" fmla="*/ 0 h 1339792"/>
              <a:gd name="connsiteX2" fmla="*/ 1242228 w 1658577"/>
              <a:gd name="connsiteY2" fmla="*/ 1251890 h 1339792"/>
              <a:gd name="connsiteX3" fmla="*/ 0 w 1658577"/>
              <a:gd name="connsiteY3" fmla="*/ 1085636 h 1339792"/>
              <a:gd name="connsiteX4" fmla="*/ 0 w 1658577"/>
              <a:gd name="connsiteY4" fmla="*/ 0 h 1339792"/>
              <a:gd name="connsiteX0" fmla="*/ 0 w 1658577"/>
              <a:gd name="connsiteY0" fmla="*/ 0 h 1346672"/>
              <a:gd name="connsiteX1" fmla="*/ 1508236 w 1658577"/>
              <a:gd name="connsiteY1" fmla="*/ 0 h 1346672"/>
              <a:gd name="connsiteX2" fmla="*/ 1242228 w 1658577"/>
              <a:gd name="connsiteY2" fmla="*/ 1251890 h 1346672"/>
              <a:gd name="connsiteX3" fmla="*/ 0 w 1658577"/>
              <a:gd name="connsiteY3" fmla="*/ 1085636 h 1346672"/>
              <a:gd name="connsiteX4" fmla="*/ 0 w 1658577"/>
              <a:gd name="connsiteY4" fmla="*/ 0 h 1346672"/>
              <a:gd name="connsiteX0" fmla="*/ 0 w 1658577"/>
              <a:gd name="connsiteY0" fmla="*/ 0 h 1338713"/>
              <a:gd name="connsiteX1" fmla="*/ 1508236 w 1658577"/>
              <a:gd name="connsiteY1" fmla="*/ 0 h 1338713"/>
              <a:gd name="connsiteX2" fmla="*/ 1242228 w 1658577"/>
              <a:gd name="connsiteY2" fmla="*/ 1251890 h 1338713"/>
              <a:gd name="connsiteX3" fmla="*/ 0 w 1658577"/>
              <a:gd name="connsiteY3" fmla="*/ 1085636 h 1338713"/>
              <a:gd name="connsiteX4" fmla="*/ 0 w 1658577"/>
              <a:gd name="connsiteY4" fmla="*/ 0 h 1338713"/>
              <a:gd name="connsiteX0" fmla="*/ 0 w 1658577"/>
              <a:gd name="connsiteY0" fmla="*/ 0 h 1345477"/>
              <a:gd name="connsiteX1" fmla="*/ 1508236 w 1658577"/>
              <a:gd name="connsiteY1" fmla="*/ 0 h 1345477"/>
              <a:gd name="connsiteX2" fmla="*/ 1242228 w 1658577"/>
              <a:gd name="connsiteY2" fmla="*/ 1251890 h 1345477"/>
              <a:gd name="connsiteX3" fmla="*/ 0 w 1658577"/>
              <a:gd name="connsiteY3" fmla="*/ 1085636 h 1345477"/>
              <a:gd name="connsiteX4" fmla="*/ 0 w 1658577"/>
              <a:gd name="connsiteY4" fmla="*/ 0 h 1345477"/>
              <a:gd name="connsiteX0" fmla="*/ 0 w 1667451"/>
              <a:gd name="connsiteY0" fmla="*/ 0 h 1340553"/>
              <a:gd name="connsiteX1" fmla="*/ 1508236 w 1667451"/>
              <a:gd name="connsiteY1" fmla="*/ 0 h 1340553"/>
              <a:gd name="connsiteX2" fmla="*/ 1242228 w 1667451"/>
              <a:gd name="connsiteY2" fmla="*/ 1251890 h 1340553"/>
              <a:gd name="connsiteX3" fmla="*/ 0 w 1667451"/>
              <a:gd name="connsiteY3" fmla="*/ 1085636 h 1340553"/>
              <a:gd name="connsiteX4" fmla="*/ 0 w 1667451"/>
              <a:gd name="connsiteY4" fmla="*/ 0 h 1340553"/>
              <a:gd name="connsiteX0" fmla="*/ 0 w 1661407"/>
              <a:gd name="connsiteY0" fmla="*/ 0 h 1334751"/>
              <a:gd name="connsiteX1" fmla="*/ 1508236 w 1661407"/>
              <a:gd name="connsiteY1" fmla="*/ 0 h 1334751"/>
              <a:gd name="connsiteX2" fmla="*/ 1242228 w 1661407"/>
              <a:gd name="connsiteY2" fmla="*/ 1251890 h 1334751"/>
              <a:gd name="connsiteX3" fmla="*/ 0 w 1661407"/>
              <a:gd name="connsiteY3" fmla="*/ 1085636 h 1334751"/>
              <a:gd name="connsiteX4" fmla="*/ 0 w 1661407"/>
              <a:gd name="connsiteY4" fmla="*/ 0 h 1334751"/>
              <a:gd name="connsiteX0" fmla="*/ 0 w 1667212"/>
              <a:gd name="connsiteY0" fmla="*/ 0 h 1334751"/>
              <a:gd name="connsiteX1" fmla="*/ 1508236 w 1667212"/>
              <a:gd name="connsiteY1" fmla="*/ 0 h 1334751"/>
              <a:gd name="connsiteX2" fmla="*/ 1242228 w 1667212"/>
              <a:gd name="connsiteY2" fmla="*/ 1251890 h 1334751"/>
              <a:gd name="connsiteX3" fmla="*/ 0 w 1667212"/>
              <a:gd name="connsiteY3" fmla="*/ 1085636 h 1334751"/>
              <a:gd name="connsiteX4" fmla="*/ 0 w 1667212"/>
              <a:gd name="connsiteY4" fmla="*/ 0 h 1334751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616803"/>
              <a:gd name="connsiteY0" fmla="*/ 0 h 1085636"/>
              <a:gd name="connsiteX1" fmla="*/ 1508236 w 1616803"/>
              <a:gd name="connsiteY1" fmla="*/ 0 h 1085636"/>
              <a:gd name="connsiteX2" fmla="*/ 0 w 1616803"/>
              <a:gd name="connsiteY2" fmla="*/ 1085636 h 1085636"/>
              <a:gd name="connsiteX3" fmla="*/ 0 w 1616803"/>
              <a:gd name="connsiteY3" fmla="*/ 0 h 1085636"/>
              <a:gd name="connsiteX0" fmla="*/ 0 w 1634334"/>
              <a:gd name="connsiteY0" fmla="*/ 0 h 1085636"/>
              <a:gd name="connsiteX1" fmla="*/ 1508236 w 1634334"/>
              <a:gd name="connsiteY1" fmla="*/ 0 h 1085636"/>
              <a:gd name="connsiteX2" fmla="*/ 0 w 1634334"/>
              <a:gd name="connsiteY2" fmla="*/ 1085636 h 1085636"/>
              <a:gd name="connsiteX3" fmla="*/ 0 w 1634334"/>
              <a:gd name="connsiteY3" fmla="*/ 0 h 1085636"/>
              <a:gd name="connsiteX0" fmla="*/ 0 w 1514357"/>
              <a:gd name="connsiteY0" fmla="*/ 0 h 1085636"/>
              <a:gd name="connsiteX1" fmla="*/ 1508236 w 1514357"/>
              <a:gd name="connsiteY1" fmla="*/ 0 h 1085636"/>
              <a:gd name="connsiteX2" fmla="*/ 0 w 1514357"/>
              <a:gd name="connsiteY2" fmla="*/ 1085636 h 1085636"/>
              <a:gd name="connsiteX3" fmla="*/ 0 w 1514357"/>
              <a:gd name="connsiteY3" fmla="*/ 0 h 1085636"/>
              <a:gd name="connsiteX0" fmla="*/ 0 w 1513093"/>
              <a:gd name="connsiteY0" fmla="*/ 0 h 1222197"/>
              <a:gd name="connsiteX1" fmla="*/ 1508236 w 1513093"/>
              <a:gd name="connsiteY1" fmla="*/ 0 h 1222197"/>
              <a:gd name="connsiteX2" fmla="*/ 0 w 1513093"/>
              <a:gd name="connsiteY2" fmla="*/ 1085636 h 1222197"/>
              <a:gd name="connsiteX3" fmla="*/ 0 w 1513093"/>
              <a:gd name="connsiteY3" fmla="*/ 0 h 1222197"/>
              <a:gd name="connsiteX0" fmla="*/ 0 w 1513094"/>
              <a:gd name="connsiteY0" fmla="*/ 0 h 1170406"/>
              <a:gd name="connsiteX1" fmla="*/ 1508236 w 1513094"/>
              <a:gd name="connsiteY1" fmla="*/ 0 h 1170406"/>
              <a:gd name="connsiteX2" fmla="*/ 0 w 1513094"/>
              <a:gd name="connsiteY2" fmla="*/ 1085636 h 1170406"/>
              <a:gd name="connsiteX3" fmla="*/ 0 w 1513094"/>
              <a:gd name="connsiteY3" fmla="*/ 0 h 1170406"/>
              <a:gd name="connsiteX0" fmla="*/ 0 w 1508236"/>
              <a:gd name="connsiteY0" fmla="*/ 0 h 1275082"/>
              <a:gd name="connsiteX1" fmla="*/ 1508236 w 1508236"/>
              <a:gd name="connsiteY1" fmla="*/ 0 h 1275082"/>
              <a:gd name="connsiteX2" fmla="*/ 0 w 1508236"/>
              <a:gd name="connsiteY2" fmla="*/ 1085636 h 1275082"/>
              <a:gd name="connsiteX3" fmla="*/ 0 w 1508236"/>
              <a:gd name="connsiteY3" fmla="*/ 0 h 1275082"/>
              <a:gd name="connsiteX0" fmla="*/ 0 w 1508236"/>
              <a:gd name="connsiteY0" fmla="*/ 0 h 1116910"/>
              <a:gd name="connsiteX1" fmla="*/ 1508236 w 1508236"/>
              <a:gd name="connsiteY1" fmla="*/ 0 h 1116910"/>
              <a:gd name="connsiteX2" fmla="*/ 0 w 1508236"/>
              <a:gd name="connsiteY2" fmla="*/ 1085636 h 1116910"/>
              <a:gd name="connsiteX3" fmla="*/ 0 w 1508236"/>
              <a:gd name="connsiteY3" fmla="*/ 0 h 1116910"/>
              <a:gd name="connsiteX0" fmla="*/ 0 w 1508236"/>
              <a:gd name="connsiteY0" fmla="*/ 0 h 1085635"/>
              <a:gd name="connsiteX1" fmla="*/ 1508236 w 1508236"/>
              <a:gd name="connsiteY1" fmla="*/ 0 h 1085635"/>
              <a:gd name="connsiteX2" fmla="*/ 0 w 1508236"/>
              <a:gd name="connsiteY2" fmla="*/ 1085636 h 1085635"/>
              <a:gd name="connsiteX3" fmla="*/ 0 w 1508236"/>
              <a:gd name="connsiteY3" fmla="*/ 0 h 1085635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521815"/>
              <a:gd name="connsiteY0" fmla="*/ 0 h 1085636"/>
              <a:gd name="connsiteX1" fmla="*/ 1508236 w 1521815"/>
              <a:gd name="connsiteY1" fmla="*/ 0 h 1085636"/>
              <a:gd name="connsiteX2" fmla="*/ 0 w 1521815"/>
              <a:gd name="connsiteY2" fmla="*/ 1085636 h 1085636"/>
              <a:gd name="connsiteX3" fmla="*/ 0 w 1521815"/>
              <a:gd name="connsiteY3" fmla="*/ 0 h 1085636"/>
              <a:gd name="connsiteX0" fmla="*/ 0 w 1883667"/>
              <a:gd name="connsiteY0" fmla="*/ 0 h 1085636"/>
              <a:gd name="connsiteX1" fmla="*/ 1508236 w 1883667"/>
              <a:gd name="connsiteY1" fmla="*/ 0 h 1085636"/>
              <a:gd name="connsiteX2" fmla="*/ 0 w 1883667"/>
              <a:gd name="connsiteY2" fmla="*/ 1085636 h 1085636"/>
              <a:gd name="connsiteX3" fmla="*/ 0 w 1883667"/>
              <a:gd name="connsiteY3" fmla="*/ 0 h 1085636"/>
              <a:gd name="connsiteX0" fmla="*/ 0 w 1680708"/>
              <a:gd name="connsiteY0" fmla="*/ 0 h 1085636"/>
              <a:gd name="connsiteX1" fmla="*/ 1508236 w 1680708"/>
              <a:gd name="connsiteY1" fmla="*/ 0 h 1085636"/>
              <a:gd name="connsiteX2" fmla="*/ 0 w 1680708"/>
              <a:gd name="connsiteY2" fmla="*/ 1085636 h 1085636"/>
              <a:gd name="connsiteX3" fmla="*/ 0 w 1680708"/>
              <a:gd name="connsiteY3" fmla="*/ 0 h 1085636"/>
              <a:gd name="connsiteX0" fmla="*/ 0 w 1866127"/>
              <a:gd name="connsiteY0" fmla="*/ 0 h 1085636"/>
              <a:gd name="connsiteX1" fmla="*/ 1508236 w 1866127"/>
              <a:gd name="connsiteY1" fmla="*/ 0 h 1085636"/>
              <a:gd name="connsiteX2" fmla="*/ 0 w 1866127"/>
              <a:gd name="connsiteY2" fmla="*/ 1085636 h 1085636"/>
              <a:gd name="connsiteX3" fmla="*/ 0 w 1866127"/>
              <a:gd name="connsiteY3" fmla="*/ 0 h 1085636"/>
              <a:gd name="connsiteX0" fmla="*/ 0 w 1820325"/>
              <a:gd name="connsiteY0" fmla="*/ 0 h 1085636"/>
              <a:gd name="connsiteX1" fmla="*/ 1508236 w 1820325"/>
              <a:gd name="connsiteY1" fmla="*/ 0 h 1085636"/>
              <a:gd name="connsiteX2" fmla="*/ 0 w 1820325"/>
              <a:gd name="connsiteY2" fmla="*/ 1085636 h 1085636"/>
              <a:gd name="connsiteX3" fmla="*/ 0 w 1820325"/>
              <a:gd name="connsiteY3" fmla="*/ 0 h 108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25" h="1085636">
                <a:moveTo>
                  <a:pt x="0" y="0"/>
                </a:moveTo>
                <a:lnTo>
                  <a:pt x="1508236" y="0"/>
                </a:lnTo>
                <a:cubicBezTo>
                  <a:pt x="2624414" y="749724"/>
                  <a:pt x="419944" y="4973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4" name="矩形 45">
            <a:extLst>
              <a:ext uri="{FF2B5EF4-FFF2-40B4-BE49-F238E27FC236}">
                <a16:creationId xmlns:a16="http://schemas.microsoft.com/office/drawing/2014/main" id="{D28F26A6-BD2C-C060-31D8-8C39D252F965}"/>
              </a:ext>
            </a:extLst>
          </p:cNvPr>
          <p:cNvSpPr>
            <a:spLocks noChangeAspect="1"/>
          </p:cNvSpPr>
          <p:nvPr userDrawn="1"/>
        </p:nvSpPr>
        <p:spPr>
          <a:xfrm>
            <a:off x="-6003" y="5219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" fmla="*/ 0 w 1696765"/>
              <a:gd name="connsiteY0" fmla="*/ 0 h 1221340"/>
              <a:gd name="connsiteX1" fmla="*/ 1508236 w 1696765"/>
              <a:gd name="connsiteY1" fmla="*/ 0 h 1221340"/>
              <a:gd name="connsiteX2" fmla="*/ 1508236 w 1696765"/>
              <a:gd name="connsiteY2" fmla="*/ 1085636 h 1221340"/>
              <a:gd name="connsiteX3" fmla="*/ 0 w 1696765"/>
              <a:gd name="connsiteY3" fmla="*/ 1085636 h 1221340"/>
              <a:gd name="connsiteX4" fmla="*/ 0 w 1696765"/>
              <a:gd name="connsiteY4" fmla="*/ 0 h 1221340"/>
              <a:gd name="connsiteX0" fmla="*/ 0 w 1625544"/>
              <a:gd name="connsiteY0" fmla="*/ 0 h 1292721"/>
              <a:gd name="connsiteX1" fmla="*/ 1508236 w 1625544"/>
              <a:gd name="connsiteY1" fmla="*/ 0 h 1292721"/>
              <a:gd name="connsiteX2" fmla="*/ 1314272 w 1625544"/>
              <a:gd name="connsiteY2" fmla="*/ 1202014 h 1292721"/>
              <a:gd name="connsiteX3" fmla="*/ 0 w 1625544"/>
              <a:gd name="connsiteY3" fmla="*/ 1085636 h 1292721"/>
              <a:gd name="connsiteX4" fmla="*/ 0 w 1625544"/>
              <a:gd name="connsiteY4" fmla="*/ 0 h 1292721"/>
              <a:gd name="connsiteX0" fmla="*/ 0 w 1609402"/>
              <a:gd name="connsiteY0" fmla="*/ 0 h 1329990"/>
              <a:gd name="connsiteX1" fmla="*/ 1508236 w 1609402"/>
              <a:gd name="connsiteY1" fmla="*/ 0 h 1329990"/>
              <a:gd name="connsiteX2" fmla="*/ 1242228 w 1609402"/>
              <a:gd name="connsiteY2" fmla="*/ 1251890 h 1329990"/>
              <a:gd name="connsiteX3" fmla="*/ 0 w 1609402"/>
              <a:gd name="connsiteY3" fmla="*/ 1085636 h 1329990"/>
              <a:gd name="connsiteX4" fmla="*/ 0 w 1609402"/>
              <a:gd name="connsiteY4" fmla="*/ 0 h 1329990"/>
              <a:gd name="connsiteX0" fmla="*/ 0 w 1629022"/>
              <a:gd name="connsiteY0" fmla="*/ 0 h 1339792"/>
              <a:gd name="connsiteX1" fmla="*/ 1508236 w 1629022"/>
              <a:gd name="connsiteY1" fmla="*/ 0 h 1339792"/>
              <a:gd name="connsiteX2" fmla="*/ 1242228 w 1629022"/>
              <a:gd name="connsiteY2" fmla="*/ 1251890 h 1339792"/>
              <a:gd name="connsiteX3" fmla="*/ 0 w 1629022"/>
              <a:gd name="connsiteY3" fmla="*/ 1085636 h 1339792"/>
              <a:gd name="connsiteX4" fmla="*/ 0 w 1629022"/>
              <a:gd name="connsiteY4" fmla="*/ 0 h 1339792"/>
              <a:gd name="connsiteX0" fmla="*/ 0 w 1658577"/>
              <a:gd name="connsiteY0" fmla="*/ 0 h 1339792"/>
              <a:gd name="connsiteX1" fmla="*/ 1508236 w 1658577"/>
              <a:gd name="connsiteY1" fmla="*/ 0 h 1339792"/>
              <a:gd name="connsiteX2" fmla="*/ 1242228 w 1658577"/>
              <a:gd name="connsiteY2" fmla="*/ 1251890 h 1339792"/>
              <a:gd name="connsiteX3" fmla="*/ 0 w 1658577"/>
              <a:gd name="connsiteY3" fmla="*/ 1085636 h 1339792"/>
              <a:gd name="connsiteX4" fmla="*/ 0 w 1658577"/>
              <a:gd name="connsiteY4" fmla="*/ 0 h 1339792"/>
              <a:gd name="connsiteX0" fmla="*/ 0 w 1658577"/>
              <a:gd name="connsiteY0" fmla="*/ 0 h 1346672"/>
              <a:gd name="connsiteX1" fmla="*/ 1508236 w 1658577"/>
              <a:gd name="connsiteY1" fmla="*/ 0 h 1346672"/>
              <a:gd name="connsiteX2" fmla="*/ 1242228 w 1658577"/>
              <a:gd name="connsiteY2" fmla="*/ 1251890 h 1346672"/>
              <a:gd name="connsiteX3" fmla="*/ 0 w 1658577"/>
              <a:gd name="connsiteY3" fmla="*/ 1085636 h 1346672"/>
              <a:gd name="connsiteX4" fmla="*/ 0 w 1658577"/>
              <a:gd name="connsiteY4" fmla="*/ 0 h 1346672"/>
              <a:gd name="connsiteX0" fmla="*/ 0 w 1658577"/>
              <a:gd name="connsiteY0" fmla="*/ 0 h 1338713"/>
              <a:gd name="connsiteX1" fmla="*/ 1508236 w 1658577"/>
              <a:gd name="connsiteY1" fmla="*/ 0 h 1338713"/>
              <a:gd name="connsiteX2" fmla="*/ 1242228 w 1658577"/>
              <a:gd name="connsiteY2" fmla="*/ 1251890 h 1338713"/>
              <a:gd name="connsiteX3" fmla="*/ 0 w 1658577"/>
              <a:gd name="connsiteY3" fmla="*/ 1085636 h 1338713"/>
              <a:gd name="connsiteX4" fmla="*/ 0 w 1658577"/>
              <a:gd name="connsiteY4" fmla="*/ 0 h 1338713"/>
              <a:gd name="connsiteX0" fmla="*/ 0 w 1658577"/>
              <a:gd name="connsiteY0" fmla="*/ 0 h 1345477"/>
              <a:gd name="connsiteX1" fmla="*/ 1508236 w 1658577"/>
              <a:gd name="connsiteY1" fmla="*/ 0 h 1345477"/>
              <a:gd name="connsiteX2" fmla="*/ 1242228 w 1658577"/>
              <a:gd name="connsiteY2" fmla="*/ 1251890 h 1345477"/>
              <a:gd name="connsiteX3" fmla="*/ 0 w 1658577"/>
              <a:gd name="connsiteY3" fmla="*/ 1085636 h 1345477"/>
              <a:gd name="connsiteX4" fmla="*/ 0 w 1658577"/>
              <a:gd name="connsiteY4" fmla="*/ 0 h 1345477"/>
              <a:gd name="connsiteX0" fmla="*/ 0 w 1667451"/>
              <a:gd name="connsiteY0" fmla="*/ 0 h 1340553"/>
              <a:gd name="connsiteX1" fmla="*/ 1508236 w 1667451"/>
              <a:gd name="connsiteY1" fmla="*/ 0 h 1340553"/>
              <a:gd name="connsiteX2" fmla="*/ 1242228 w 1667451"/>
              <a:gd name="connsiteY2" fmla="*/ 1251890 h 1340553"/>
              <a:gd name="connsiteX3" fmla="*/ 0 w 1667451"/>
              <a:gd name="connsiteY3" fmla="*/ 1085636 h 1340553"/>
              <a:gd name="connsiteX4" fmla="*/ 0 w 1667451"/>
              <a:gd name="connsiteY4" fmla="*/ 0 h 1340553"/>
              <a:gd name="connsiteX0" fmla="*/ 0 w 1661407"/>
              <a:gd name="connsiteY0" fmla="*/ 0 h 1334751"/>
              <a:gd name="connsiteX1" fmla="*/ 1508236 w 1661407"/>
              <a:gd name="connsiteY1" fmla="*/ 0 h 1334751"/>
              <a:gd name="connsiteX2" fmla="*/ 1242228 w 1661407"/>
              <a:gd name="connsiteY2" fmla="*/ 1251890 h 1334751"/>
              <a:gd name="connsiteX3" fmla="*/ 0 w 1661407"/>
              <a:gd name="connsiteY3" fmla="*/ 1085636 h 1334751"/>
              <a:gd name="connsiteX4" fmla="*/ 0 w 1661407"/>
              <a:gd name="connsiteY4" fmla="*/ 0 h 1334751"/>
              <a:gd name="connsiteX0" fmla="*/ 0 w 1667212"/>
              <a:gd name="connsiteY0" fmla="*/ 0 h 1334751"/>
              <a:gd name="connsiteX1" fmla="*/ 1508236 w 1667212"/>
              <a:gd name="connsiteY1" fmla="*/ 0 h 1334751"/>
              <a:gd name="connsiteX2" fmla="*/ 1242228 w 1667212"/>
              <a:gd name="connsiteY2" fmla="*/ 1251890 h 1334751"/>
              <a:gd name="connsiteX3" fmla="*/ 0 w 1667212"/>
              <a:gd name="connsiteY3" fmla="*/ 1085636 h 1334751"/>
              <a:gd name="connsiteX4" fmla="*/ 0 w 1667212"/>
              <a:gd name="connsiteY4" fmla="*/ 0 h 1334751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616803"/>
              <a:gd name="connsiteY0" fmla="*/ 0 h 1085636"/>
              <a:gd name="connsiteX1" fmla="*/ 1508236 w 1616803"/>
              <a:gd name="connsiteY1" fmla="*/ 0 h 1085636"/>
              <a:gd name="connsiteX2" fmla="*/ 0 w 1616803"/>
              <a:gd name="connsiteY2" fmla="*/ 1085636 h 1085636"/>
              <a:gd name="connsiteX3" fmla="*/ 0 w 1616803"/>
              <a:gd name="connsiteY3" fmla="*/ 0 h 1085636"/>
              <a:gd name="connsiteX0" fmla="*/ 0 w 1634334"/>
              <a:gd name="connsiteY0" fmla="*/ 0 h 1085636"/>
              <a:gd name="connsiteX1" fmla="*/ 1508236 w 1634334"/>
              <a:gd name="connsiteY1" fmla="*/ 0 h 1085636"/>
              <a:gd name="connsiteX2" fmla="*/ 0 w 1634334"/>
              <a:gd name="connsiteY2" fmla="*/ 1085636 h 1085636"/>
              <a:gd name="connsiteX3" fmla="*/ 0 w 1634334"/>
              <a:gd name="connsiteY3" fmla="*/ 0 h 1085636"/>
              <a:gd name="connsiteX0" fmla="*/ 0 w 1514357"/>
              <a:gd name="connsiteY0" fmla="*/ 0 h 1085636"/>
              <a:gd name="connsiteX1" fmla="*/ 1508236 w 1514357"/>
              <a:gd name="connsiteY1" fmla="*/ 0 h 1085636"/>
              <a:gd name="connsiteX2" fmla="*/ 0 w 1514357"/>
              <a:gd name="connsiteY2" fmla="*/ 1085636 h 1085636"/>
              <a:gd name="connsiteX3" fmla="*/ 0 w 1514357"/>
              <a:gd name="connsiteY3" fmla="*/ 0 h 1085636"/>
              <a:gd name="connsiteX0" fmla="*/ 0 w 1513093"/>
              <a:gd name="connsiteY0" fmla="*/ 0 h 1222197"/>
              <a:gd name="connsiteX1" fmla="*/ 1508236 w 1513093"/>
              <a:gd name="connsiteY1" fmla="*/ 0 h 1222197"/>
              <a:gd name="connsiteX2" fmla="*/ 0 w 1513093"/>
              <a:gd name="connsiteY2" fmla="*/ 1085636 h 1222197"/>
              <a:gd name="connsiteX3" fmla="*/ 0 w 1513093"/>
              <a:gd name="connsiteY3" fmla="*/ 0 h 1222197"/>
              <a:gd name="connsiteX0" fmla="*/ 0 w 1513094"/>
              <a:gd name="connsiteY0" fmla="*/ 0 h 1170406"/>
              <a:gd name="connsiteX1" fmla="*/ 1508236 w 1513094"/>
              <a:gd name="connsiteY1" fmla="*/ 0 h 1170406"/>
              <a:gd name="connsiteX2" fmla="*/ 0 w 1513094"/>
              <a:gd name="connsiteY2" fmla="*/ 1085636 h 1170406"/>
              <a:gd name="connsiteX3" fmla="*/ 0 w 1513094"/>
              <a:gd name="connsiteY3" fmla="*/ 0 h 1170406"/>
              <a:gd name="connsiteX0" fmla="*/ 0 w 1508236"/>
              <a:gd name="connsiteY0" fmla="*/ 0 h 1275082"/>
              <a:gd name="connsiteX1" fmla="*/ 1508236 w 1508236"/>
              <a:gd name="connsiteY1" fmla="*/ 0 h 1275082"/>
              <a:gd name="connsiteX2" fmla="*/ 0 w 1508236"/>
              <a:gd name="connsiteY2" fmla="*/ 1085636 h 1275082"/>
              <a:gd name="connsiteX3" fmla="*/ 0 w 1508236"/>
              <a:gd name="connsiteY3" fmla="*/ 0 h 1275082"/>
              <a:gd name="connsiteX0" fmla="*/ 0 w 1508236"/>
              <a:gd name="connsiteY0" fmla="*/ 0 h 1116910"/>
              <a:gd name="connsiteX1" fmla="*/ 1508236 w 1508236"/>
              <a:gd name="connsiteY1" fmla="*/ 0 h 1116910"/>
              <a:gd name="connsiteX2" fmla="*/ 0 w 1508236"/>
              <a:gd name="connsiteY2" fmla="*/ 1085636 h 1116910"/>
              <a:gd name="connsiteX3" fmla="*/ 0 w 1508236"/>
              <a:gd name="connsiteY3" fmla="*/ 0 h 1116910"/>
              <a:gd name="connsiteX0" fmla="*/ 0 w 1508236"/>
              <a:gd name="connsiteY0" fmla="*/ 0 h 1085635"/>
              <a:gd name="connsiteX1" fmla="*/ 1508236 w 1508236"/>
              <a:gd name="connsiteY1" fmla="*/ 0 h 1085635"/>
              <a:gd name="connsiteX2" fmla="*/ 0 w 1508236"/>
              <a:gd name="connsiteY2" fmla="*/ 1085636 h 1085635"/>
              <a:gd name="connsiteX3" fmla="*/ 0 w 1508236"/>
              <a:gd name="connsiteY3" fmla="*/ 0 h 108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11" name="矩形 45">
            <a:extLst>
              <a:ext uri="{FF2B5EF4-FFF2-40B4-BE49-F238E27FC236}">
                <a16:creationId xmlns:a16="http://schemas.microsoft.com/office/drawing/2014/main" id="{D34F535E-E564-6217-9D01-360D21391770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0169912" y="5068985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" fmla="*/ 0 w 1696765"/>
              <a:gd name="connsiteY0" fmla="*/ 0 h 1221340"/>
              <a:gd name="connsiteX1" fmla="*/ 1508236 w 1696765"/>
              <a:gd name="connsiteY1" fmla="*/ 0 h 1221340"/>
              <a:gd name="connsiteX2" fmla="*/ 1508236 w 1696765"/>
              <a:gd name="connsiteY2" fmla="*/ 1085636 h 1221340"/>
              <a:gd name="connsiteX3" fmla="*/ 0 w 1696765"/>
              <a:gd name="connsiteY3" fmla="*/ 1085636 h 1221340"/>
              <a:gd name="connsiteX4" fmla="*/ 0 w 1696765"/>
              <a:gd name="connsiteY4" fmla="*/ 0 h 1221340"/>
              <a:gd name="connsiteX0" fmla="*/ 0 w 1625544"/>
              <a:gd name="connsiteY0" fmla="*/ 0 h 1292721"/>
              <a:gd name="connsiteX1" fmla="*/ 1508236 w 1625544"/>
              <a:gd name="connsiteY1" fmla="*/ 0 h 1292721"/>
              <a:gd name="connsiteX2" fmla="*/ 1314272 w 1625544"/>
              <a:gd name="connsiteY2" fmla="*/ 1202014 h 1292721"/>
              <a:gd name="connsiteX3" fmla="*/ 0 w 1625544"/>
              <a:gd name="connsiteY3" fmla="*/ 1085636 h 1292721"/>
              <a:gd name="connsiteX4" fmla="*/ 0 w 1625544"/>
              <a:gd name="connsiteY4" fmla="*/ 0 h 1292721"/>
              <a:gd name="connsiteX0" fmla="*/ 0 w 1609402"/>
              <a:gd name="connsiteY0" fmla="*/ 0 h 1329990"/>
              <a:gd name="connsiteX1" fmla="*/ 1508236 w 1609402"/>
              <a:gd name="connsiteY1" fmla="*/ 0 h 1329990"/>
              <a:gd name="connsiteX2" fmla="*/ 1242228 w 1609402"/>
              <a:gd name="connsiteY2" fmla="*/ 1251890 h 1329990"/>
              <a:gd name="connsiteX3" fmla="*/ 0 w 1609402"/>
              <a:gd name="connsiteY3" fmla="*/ 1085636 h 1329990"/>
              <a:gd name="connsiteX4" fmla="*/ 0 w 1609402"/>
              <a:gd name="connsiteY4" fmla="*/ 0 h 1329990"/>
              <a:gd name="connsiteX0" fmla="*/ 0 w 1629022"/>
              <a:gd name="connsiteY0" fmla="*/ 0 h 1339792"/>
              <a:gd name="connsiteX1" fmla="*/ 1508236 w 1629022"/>
              <a:gd name="connsiteY1" fmla="*/ 0 h 1339792"/>
              <a:gd name="connsiteX2" fmla="*/ 1242228 w 1629022"/>
              <a:gd name="connsiteY2" fmla="*/ 1251890 h 1339792"/>
              <a:gd name="connsiteX3" fmla="*/ 0 w 1629022"/>
              <a:gd name="connsiteY3" fmla="*/ 1085636 h 1339792"/>
              <a:gd name="connsiteX4" fmla="*/ 0 w 1629022"/>
              <a:gd name="connsiteY4" fmla="*/ 0 h 1339792"/>
              <a:gd name="connsiteX0" fmla="*/ 0 w 1658577"/>
              <a:gd name="connsiteY0" fmla="*/ 0 h 1339792"/>
              <a:gd name="connsiteX1" fmla="*/ 1508236 w 1658577"/>
              <a:gd name="connsiteY1" fmla="*/ 0 h 1339792"/>
              <a:gd name="connsiteX2" fmla="*/ 1242228 w 1658577"/>
              <a:gd name="connsiteY2" fmla="*/ 1251890 h 1339792"/>
              <a:gd name="connsiteX3" fmla="*/ 0 w 1658577"/>
              <a:gd name="connsiteY3" fmla="*/ 1085636 h 1339792"/>
              <a:gd name="connsiteX4" fmla="*/ 0 w 1658577"/>
              <a:gd name="connsiteY4" fmla="*/ 0 h 1339792"/>
              <a:gd name="connsiteX0" fmla="*/ 0 w 1658577"/>
              <a:gd name="connsiteY0" fmla="*/ 0 h 1346672"/>
              <a:gd name="connsiteX1" fmla="*/ 1508236 w 1658577"/>
              <a:gd name="connsiteY1" fmla="*/ 0 h 1346672"/>
              <a:gd name="connsiteX2" fmla="*/ 1242228 w 1658577"/>
              <a:gd name="connsiteY2" fmla="*/ 1251890 h 1346672"/>
              <a:gd name="connsiteX3" fmla="*/ 0 w 1658577"/>
              <a:gd name="connsiteY3" fmla="*/ 1085636 h 1346672"/>
              <a:gd name="connsiteX4" fmla="*/ 0 w 1658577"/>
              <a:gd name="connsiteY4" fmla="*/ 0 h 1346672"/>
              <a:gd name="connsiteX0" fmla="*/ 0 w 1658577"/>
              <a:gd name="connsiteY0" fmla="*/ 0 h 1338713"/>
              <a:gd name="connsiteX1" fmla="*/ 1508236 w 1658577"/>
              <a:gd name="connsiteY1" fmla="*/ 0 h 1338713"/>
              <a:gd name="connsiteX2" fmla="*/ 1242228 w 1658577"/>
              <a:gd name="connsiteY2" fmla="*/ 1251890 h 1338713"/>
              <a:gd name="connsiteX3" fmla="*/ 0 w 1658577"/>
              <a:gd name="connsiteY3" fmla="*/ 1085636 h 1338713"/>
              <a:gd name="connsiteX4" fmla="*/ 0 w 1658577"/>
              <a:gd name="connsiteY4" fmla="*/ 0 h 1338713"/>
              <a:gd name="connsiteX0" fmla="*/ 0 w 1658577"/>
              <a:gd name="connsiteY0" fmla="*/ 0 h 1345477"/>
              <a:gd name="connsiteX1" fmla="*/ 1508236 w 1658577"/>
              <a:gd name="connsiteY1" fmla="*/ 0 h 1345477"/>
              <a:gd name="connsiteX2" fmla="*/ 1242228 w 1658577"/>
              <a:gd name="connsiteY2" fmla="*/ 1251890 h 1345477"/>
              <a:gd name="connsiteX3" fmla="*/ 0 w 1658577"/>
              <a:gd name="connsiteY3" fmla="*/ 1085636 h 1345477"/>
              <a:gd name="connsiteX4" fmla="*/ 0 w 1658577"/>
              <a:gd name="connsiteY4" fmla="*/ 0 h 1345477"/>
              <a:gd name="connsiteX0" fmla="*/ 0 w 1667451"/>
              <a:gd name="connsiteY0" fmla="*/ 0 h 1340553"/>
              <a:gd name="connsiteX1" fmla="*/ 1508236 w 1667451"/>
              <a:gd name="connsiteY1" fmla="*/ 0 h 1340553"/>
              <a:gd name="connsiteX2" fmla="*/ 1242228 w 1667451"/>
              <a:gd name="connsiteY2" fmla="*/ 1251890 h 1340553"/>
              <a:gd name="connsiteX3" fmla="*/ 0 w 1667451"/>
              <a:gd name="connsiteY3" fmla="*/ 1085636 h 1340553"/>
              <a:gd name="connsiteX4" fmla="*/ 0 w 1667451"/>
              <a:gd name="connsiteY4" fmla="*/ 0 h 1340553"/>
              <a:gd name="connsiteX0" fmla="*/ 0 w 1661407"/>
              <a:gd name="connsiteY0" fmla="*/ 0 h 1334751"/>
              <a:gd name="connsiteX1" fmla="*/ 1508236 w 1661407"/>
              <a:gd name="connsiteY1" fmla="*/ 0 h 1334751"/>
              <a:gd name="connsiteX2" fmla="*/ 1242228 w 1661407"/>
              <a:gd name="connsiteY2" fmla="*/ 1251890 h 1334751"/>
              <a:gd name="connsiteX3" fmla="*/ 0 w 1661407"/>
              <a:gd name="connsiteY3" fmla="*/ 1085636 h 1334751"/>
              <a:gd name="connsiteX4" fmla="*/ 0 w 1661407"/>
              <a:gd name="connsiteY4" fmla="*/ 0 h 1334751"/>
              <a:gd name="connsiteX0" fmla="*/ 0 w 1667212"/>
              <a:gd name="connsiteY0" fmla="*/ 0 h 1334751"/>
              <a:gd name="connsiteX1" fmla="*/ 1508236 w 1667212"/>
              <a:gd name="connsiteY1" fmla="*/ 0 h 1334751"/>
              <a:gd name="connsiteX2" fmla="*/ 1242228 w 1667212"/>
              <a:gd name="connsiteY2" fmla="*/ 1251890 h 1334751"/>
              <a:gd name="connsiteX3" fmla="*/ 0 w 1667212"/>
              <a:gd name="connsiteY3" fmla="*/ 1085636 h 1334751"/>
              <a:gd name="connsiteX4" fmla="*/ 0 w 1667212"/>
              <a:gd name="connsiteY4" fmla="*/ 0 h 1334751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616803"/>
              <a:gd name="connsiteY0" fmla="*/ 0 h 1085636"/>
              <a:gd name="connsiteX1" fmla="*/ 1508236 w 1616803"/>
              <a:gd name="connsiteY1" fmla="*/ 0 h 1085636"/>
              <a:gd name="connsiteX2" fmla="*/ 0 w 1616803"/>
              <a:gd name="connsiteY2" fmla="*/ 1085636 h 1085636"/>
              <a:gd name="connsiteX3" fmla="*/ 0 w 1616803"/>
              <a:gd name="connsiteY3" fmla="*/ 0 h 1085636"/>
              <a:gd name="connsiteX0" fmla="*/ 0 w 1634334"/>
              <a:gd name="connsiteY0" fmla="*/ 0 h 1085636"/>
              <a:gd name="connsiteX1" fmla="*/ 1508236 w 1634334"/>
              <a:gd name="connsiteY1" fmla="*/ 0 h 1085636"/>
              <a:gd name="connsiteX2" fmla="*/ 0 w 1634334"/>
              <a:gd name="connsiteY2" fmla="*/ 1085636 h 1085636"/>
              <a:gd name="connsiteX3" fmla="*/ 0 w 1634334"/>
              <a:gd name="connsiteY3" fmla="*/ 0 h 1085636"/>
              <a:gd name="connsiteX0" fmla="*/ 0 w 1514357"/>
              <a:gd name="connsiteY0" fmla="*/ 0 h 1085636"/>
              <a:gd name="connsiteX1" fmla="*/ 1508236 w 1514357"/>
              <a:gd name="connsiteY1" fmla="*/ 0 h 1085636"/>
              <a:gd name="connsiteX2" fmla="*/ 0 w 1514357"/>
              <a:gd name="connsiteY2" fmla="*/ 1085636 h 1085636"/>
              <a:gd name="connsiteX3" fmla="*/ 0 w 1514357"/>
              <a:gd name="connsiteY3" fmla="*/ 0 h 1085636"/>
              <a:gd name="connsiteX0" fmla="*/ 0 w 1513093"/>
              <a:gd name="connsiteY0" fmla="*/ 0 h 1222197"/>
              <a:gd name="connsiteX1" fmla="*/ 1508236 w 1513093"/>
              <a:gd name="connsiteY1" fmla="*/ 0 h 1222197"/>
              <a:gd name="connsiteX2" fmla="*/ 0 w 1513093"/>
              <a:gd name="connsiteY2" fmla="*/ 1085636 h 1222197"/>
              <a:gd name="connsiteX3" fmla="*/ 0 w 1513093"/>
              <a:gd name="connsiteY3" fmla="*/ 0 h 1222197"/>
              <a:gd name="connsiteX0" fmla="*/ 0 w 1513094"/>
              <a:gd name="connsiteY0" fmla="*/ 0 h 1170406"/>
              <a:gd name="connsiteX1" fmla="*/ 1508236 w 1513094"/>
              <a:gd name="connsiteY1" fmla="*/ 0 h 1170406"/>
              <a:gd name="connsiteX2" fmla="*/ 0 w 1513094"/>
              <a:gd name="connsiteY2" fmla="*/ 1085636 h 1170406"/>
              <a:gd name="connsiteX3" fmla="*/ 0 w 1513094"/>
              <a:gd name="connsiteY3" fmla="*/ 0 h 1170406"/>
              <a:gd name="connsiteX0" fmla="*/ 0 w 1508236"/>
              <a:gd name="connsiteY0" fmla="*/ 0 h 1275082"/>
              <a:gd name="connsiteX1" fmla="*/ 1508236 w 1508236"/>
              <a:gd name="connsiteY1" fmla="*/ 0 h 1275082"/>
              <a:gd name="connsiteX2" fmla="*/ 0 w 1508236"/>
              <a:gd name="connsiteY2" fmla="*/ 1085636 h 1275082"/>
              <a:gd name="connsiteX3" fmla="*/ 0 w 1508236"/>
              <a:gd name="connsiteY3" fmla="*/ 0 h 1275082"/>
              <a:gd name="connsiteX0" fmla="*/ 0 w 1508236"/>
              <a:gd name="connsiteY0" fmla="*/ 0 h 1116910"/>
              <a:gd name="connsiteX1" fmla="*/ 1508236 w 1508236"/>
              <a:gd name="connsiteY1" fmla="*/ 0 h 1116910"/>
              <a:gd name="connsiteX2" fmla="*/ 0 w 1508236"/>
              <a:gd name="connsiteY2" fmla="*/ 1085636 h 1116910"/>
              <a:gd name="connsiteX3" fmla="*/ 0 w 1508236"/>
              <a:gd name="connsiteY3" fmla="*/ 0 h 1116910"/>
              <a:gd name="connsiteX0" fmla="*/ 0 w 1508236"/>
              <a:gd name="connsiteY0" fmla="*/ 0 h 1085635"/>
              <a:gd name="connsiteX1" fmla="*/ 1508236 w 1508236"/>
              <a:gd name="connsiteY1" fmla="*/ 0 h 1085635"/>
              <a:gd name="connsiteX2" fmla="*/ 0 w 1508236"/>
              <a:gd name="connsiteY2" fmla="*/ 1085636 h 1085635"/>
              <a:gd name="connsiteX3" fmla="*/ 0 w 1508236"/>
              <a:gd name="connsiteY3" fmla="*/ 0 h 108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6D7A66-CFF5-5873-DE03-9BA59992B0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6119552-2A3B-2BC9-F213-71B22F072A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1" name="标题文本"/>
          <p:cNvSpPr txBox="1">
            <a:spLocks noGrp="1"/>
          </p:cNvSpPr>
          <p:nvPr>
            <p:ph type="title"/>
          </p:nvPr>
        </p:nvSpPr>
        <p:spPr>
          <a:xfrm>
            <a:off x="1015998" y="77972"/>
            <a:ext cx="9846769" cy="9167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3" name="菱形 2">
            <a:extLst>
              <a:ext uri="{FF2B5EF4-FFF2-40B4-BE49-F238E27FC236}">
                <a16:creationId xmlns:a16="http://schemas.microsoft.com/office/drawing/2014/main" id="{5CBE1219-E696-9FF2-FA7C-063BC93C251C}"/>
              </a:ext>
            </a:extLst>
          </p:cNvPr>
          <p:cNvSpPr/>
          <p:nvPr userDrawn="1"/>
        </p:nvSpPr>
        <p:spPr>
          <a:xfrm>
            <a:off x="449943" y="333831"/>
            <a:ext cx="391885" cy="377487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>
            <a:extLst>
              <a:ext uri="{FF2B5EF4-FFF2-40B4-BE49-F238E27FC236}">
                <a16:creationId xmlns:a16="http://schemas.microsoft.com/office/drawing/2014/main" id="{E93EDDB1-8809-E7F2-4D5A-0FE752FEA152}"/>
              </a:ext>
            </a:extLst>
          </p:cNvPr>
          <p:cNvSpPr/>
          <p:nvPr userDrawn="1"/>
        </p:nvSpPr>
        <p:spPr>
          <a:xfrm>
            <a:off x="624113" y="350987"/>
            <a:ext cx="391885" cy="37748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04638A4-9214-AFA7-5938-F41BC6A5B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4" name="矩形 45">
            <a:extLst>
              <a:ext uri="{FF2B5EF4-FFF2-40B4-BE49-F238E27FC236}">
                <a16:creationId xmlns:a16="http://schemas.microsoft.com/office/drawing/2014/main" id="{11EEE2F5-B366-E0F8-6381-BA864B38D8C7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0169912" y="5068985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" fmla="*/ 0 w 1696765"/>
              <a:gd name="connsiteY0" fmla="*/ 0 h 1221340"/>
              <a:gd name="connsiteX1" fmla="*/ 1508236 w 1696765"/>
              <a:gd name="connsiteY1" fmla="*/ 0 h 1221340"/>
              <a:gd name="connsiteX2" fmla="*/ 1508236 w 1696765"/>
              <a:gd name="connsiteY2" fmla="*/ 1085636 h 1221340"/>
              <a:gd name="connsiteX3" fmla="*/ 0 w 1696765"/>
              <a:gd name="connsiteY3" fmla="*/ 1085636 h 1221340"/>
              <a:gd name="connsiteX4" fmla="*/ 0 w 1696765"/>
              <a:gd name="connsiteY4" fmla="*/ 0 h 1221340"/>
              <a:gd name="connsiteX0" fmla="*/ 0 w 1625544"/>
              <a:gd name="connsiteY0" fmla="*/ 0 h 1292721"/>
              <a:gd name="connsiteX1" fmla="*/ 1508236 w 1625544"/>
              <a:gd name="connsiteY1" fmla="*/ 0 h 1292721"/>
              <a:gd name="connsiteX2" fmla="*/ 1314272 w 1625544"/>
              <a:gd name="connsiteY2" fmla="*/ 1202014 h 1292721"/>
              <a:gd name="connsiteX3" fmla="*/ 0 w 1625544"/>
              <a:gd name="connsiteY3" fmla="*/ 1085636 h 1292721"/>
              <a:gd name="connsiteX4" fmla="*/ 0 w 1625544"/>
              <a:gd name="connsiteY4" fmla="*/ 0 h 1292721"/>
              <a:gd name="connsiteX0" fmla="*/ 0 w 1609402"/>
              <a:gd name="connsiteY0" fmla="*/ 0 h 1329990"/>
              <a:gd name="connsiteX1" fmla="*/ 1508236 w 1609402"/>
              <a:gd name="connsiteY1" fmla="*/ 0 h 1329990"/>
              <a:gd name="connsiteX2" fmla="*/ 1242228 w 1609402"/>
              <a:gd name="connsiteY2" fmla="*/ 1251890 h 1329990"/>
              <a:gd name="connsiteX3" fmla="*/ 0 w 1609402"/>
              <a:gd name="connsiteY3" fmla="*/ 1085636 h 1329990"/>
              <a:gd name="connsiteX4" fmla="*/ 0 w 1609402"/>
              <a:gd name="connsiteY4" fmla="*/ 0 h 1329990"/>
              <a:gd name="connsiteX0" fmla="*/ 0 w 1629022"/>
              <a:gd name="connsiteY0" fmla="*/ 0 h 1339792"/>
              <a:gd name="connsiteX1" fmla="*/ 1508236 w 1629022"/>
              <a:gd name="connsiteY1" fmla="*/ 0 h 1339792"/>
              <a:gd name="connsiteX2" fmla="*/ 1242228 w 1629022"/>
              <a:gd name="connsiteY2" fmla="*/ 1251890 h 1339792"/>
              <a:gd name="connsiteX3" fmla="*/ 0 w 1629022"/>
              <a:gd name="connsiteY3" fmla="*/ 1085636 h 1339792"/>
              <a:gd name="connsiteX4" fmla="*/ 0 w 1629022"/>
              <a:gd name="connsiteY4" fmla="*/ 0 h 1339792"/>
              <a:gd name="connsiteX0" fmla="*/ 0 w 1658577"/>
              <a:gd name="connsiteY0" fmla="*/ 0 h 1339792"/>
              <a:gd name="connsiteX1" fmla="*/ 1508236 w 1658577"/>
              <a:gd name="connsiteY1" fmla="*/ 0 h 1339792"/>
              <a:gd name="connsiteX2" fmla="*/ 1242228 w 1658577"/>
              <a:gd name="connsiteY2" fmla="*/ 1251890 h 1339792"/>
              <a:gd name="connsiteX3" fmla="*/ 0 w 1658577"/>
              <a:gd name="connsiteY3" fmla="*/ 1085636 h 1339792"/>
              <a:gd name="connsiteX4" fmla="*/ 0 w 1658577"/>
              <a:gd name="connsiteY4" fmla="*/ 0 h 1339792"/>
              <a:gd name="connsiteX0" fmla="*/ 0 w 1658577"/>
              <a:gd name="connsiteY0" fmla="*/ 0 h 1346672"/>
              <a:gd name="connsiteX1" fmla="*/ 1508236 w 1658577"/>
              <a:gd name="connsiteY1" fmla="*/ 0 h 1346672"/>
              <a:gd name="connsiteX2" fmla="*/ 1242228 w 1658577"/>
              <a:gd name="connsiteY2" fmla="*/ 1251890 h 1346672"/>
              <a:gd name="connsiteX3" fmla="*/ 0 w 1658577"/>
              <a:gd name="connsiteY3" fmla="*/ 1085636 h 1346672"/>
              <a:gd name="connsiteX4" fmla="*/ 0 w 1658577"/>
              <a:gd name="connsiteY4" fmla="*/ 0 h 1346672"/>
              <a:gd name="connsiteX0" fmla="*/ 0 w 1658577"/>
              <a:gd name="connsiteY0" fmla="*/ 0 h 1338713"/>
              <a:gd name="connsiteX1" fmla="*/ 1508236 w 1658577"/>
              <a:gd name="connsiteY1" fmla="*/ 0 h 1338713"/>
              <a:gd name="connsiteX2" fmla="*/ 1242228 w 1658577"/>
              <a:gd name="connsiteY2" fmla="*/ 1251890 h 1338713"/>
              <a:gd name="connsiteX3" fmla="*/ 0 w 1658577"/>
              <a:gd name="connsiteY3" fmla="*/ 1085636 h 1338713"/>
              <a:gd name="connsiteX4" fmla="*/ 0 w 1658577"/>
              <a:gd name="connsiteY4" fmla="*/ 0 h 1338713"/>
              <a:gd name="connsiteX0" fmla="*/ 0 w 1658577"/>
              <a:gd name="connsiteY0" fmla="*/ 0 h 1345477"/>
              <a:gd name="connsiteX1" fmla="*/ 1508236 w 1658577"/>
              <a:gd name="connsiteY1" fmla="*/ 0 h 1345477"/>
              <a:gd name="connsiteX2" fmla="*/ 1242228 w 1658577"/>
              <a:gd name="connsiteY2" fmla="*/ 1251890 h 1345477"/>
              <a:gd name="connsiteX3" fmla="*/ 0 w 1658577"/>
              <a:gd name="connsiteY3" fmla="*/ 1085636 h 1345477"/>
              <a:gd name="connsiteX4" fmla="*/ 0 w 1658577"/>
              <a:gd name="connsiteY4" fmla="*/ 0 h 1345477"/>
              <a:gd name="connsiteX0" fmla="*/ 0 w 1667451"/>
              <a:gd name="connsiteY0" fmla="*/ 0 h 1340553"/>
              <a:gd name="connsiteX1" fmla="*/ 1508236 w 1667451"/>
              <a:gd name="connsiteY1" fmla="*/ 0 h 1340553"/>
              <a:gd name="connsiteX2" fmla="*/ 1242228 w 1667451"/>
              <a:gd name="connsiteY2" fmla="*/ 1251890 h 1340553"/>
              <a:gd name="connsiteX3" fmla="*/ 0 w 1667451"/>
              <a:gd name="connsiteY3" fmla="*/ 1085636 h 1340553"/>
              <a:gd name="connsiteX4" fmla="*/ 0 w 1667451"/>
              <a:gd name="connsiteY4" fmla="*/ 0 h 1340553"/>
              <a:gd name="connsiteX0" fmla="*/ 0 w 1661407"/>
              <a:gd name="connsiteY0" fmla="*/ 0 h 1334751"/>
              <a:gd name="connsiteX1" fmla="*/ 1508236 w 1661407"/>
              <a:gd name="connsiteY1" fmla="*/ 0 h 1334751"/>
              <a:gd name="connsiteX2" fmla="*/ 1242228 w 1661407"/>
              <a:gd name="connsiteY2" fmla="*/ 1251890 h 1334751"/>
              <a:gd name="connsiteX3" fmla="*/ 0 w 1661407"/>
              <a:gd name="connsiteY3" fmla="*/ 1085636 h 1334751"/>
              <a:gd name="connsiteX4" fmla="*/ 0 w 1661407"/>
              <a:gd name="connsiteY4" fmla="*/ 0 h 1334751"/>
              <a:gd name="connsiteX0" fmla="*/ 0 w 1667212"/>
              <a:gd name="connsiteY0" fmla="*/ 0 h 1334751"/>
              <a:gd name="connsiteX1" fmla="*/ 1508236 w 1667212"/>
              <a:gd name="connsiteY1" fmla="*/ 0 h 1334751"/>
              <a:gd name="connsiteX2" fmla="*/ 1242228 w 1667212"/>
              <a:gd name="connsiteY2" fmla="*/ 1251890 h 1334751"/>
              <a:gd name="connsiteX3" fmla="*/ 0 w 1667212"/>
              <a:gd name="connsiteY3" fmla="*/ 1085636 h 1334751"/>
              <a:gd name="connsiteX4" fmla="*/ 0 w 1667212"/>
              <a:gd name="connsiteY4" fmla="*/ 0 h 1334751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616803"/>
              <a:gd name="connsiteY0" fmla="*/ 0 h 1085636"/>
              <a:gd name="connsiteX1" fmla="*/ 1508236 w 1616803"/>
              <a:gd name="connsiteY1" fmla="*/ 0 h 1085636"/>
              <a:gd name="connsiteX2" fmla="*/ 0 w 1616803"/>
              <a:gd name="connsiteY2" fmla="*/ 1085636 h 1085636"/>
              <a:gd name="connsiteX3" fmla="*/ 0 w 1616803"/>
              <a:gd name="connsiteY3" fmla="*/ 0 h 1085636"/>
              <a:gd name="connsiteX0" fmla="*/ 0 w 1634334"/>
              <a:gd name="connsiteY0" fmla="*/ 0 h 1085636"/>
              <a:gd name="connsiteX1" fmla="*/ 1508236 w 1634334"/>
              <a:gd name="connsiteY1" fmla="*/ 0 h 1085636"/>
              <a:gd name="connsiteX2" fmla="*/ 0 w 1634334"/>
              <a:gd name="connsiteY2" fmla="*/ 1085636 h 1085636"/>
              <a:gd name="connsiteX3" fmla="*/ 0 w 1634334"/>
              <a:gd name="connsiteY3" fmla="*/ 0 h 1085636"/>
              <a:gd name="connsiteX0" fmla="*/ 0 w 1514357"/>
              <a:gd name="connsiteY0" fmla="*/ 0 h 1085636"/>
              <a:gd name="connsiteX1" fmla="*/ 1508236 w 1514357"/>
              <a:gd name="connsiteY1" fmla="*/ 0 h 1085636"/>
              <a:gd name="connsiteX2" fmla="*/ 0 w 1514357"/>
              <a:gd name="connsiteY2" fmla="*/ 1085636 h 1085636"/>
              <a:gd name="connsiteX3" fmla="*/ 0 w 1514357"/>
              <a:gd name="connsiteY3" fmla="*/ 0 h 1085636"/>
              <a:gd name="connsiteX0" fmla="*/ 0 w 1513093"/>
              <a:gd name="connsiteY0" fmla="*/ 0 h 1222197"/>
              <a:gd name="connsiteX1" fmla="*/ 1508236 w 1513093"/>
              <a:gd name="connsiteY1" fmla="*/ 0 h 1222197"/>
              <a:gd name="connsiteX2" fmla="*/ 0 w 1513093"/>
              <a:gd name="connsiteY2" fmla="*/ 1085636 h 1222197"/>
              <a:gd name="connsiteX3" fmla="*/ 0 w 1513093"/>
              <a:gd name="connsiteY3" fmla="*/ 0 h 1222197"/>
              <a:gd name="connsiteX0" fmla="*/ 0 w 1513094"/>
              <a:gd name="connsiteY0" fmla="*/ 0 h 1170406"/>
              <a:gd name="connsiteX1" fmla="*/ 1508236 w 1513094"/>
              <a:gd name="connsiteY1" fmla="*/ 0 h 1170406"/>
              <a:gd name="connsiteX2" fmla="*/ 0 w 1513094"/>
              <a:gd name="connsiteY2" fmla="*/ 1085636 h 1170406"/>
              <a:gd name="connsiteX3" fmla="*/ 0 w 1513094"/>
              <a:gd name="connsiteY3" fmla="*/ 0 h 1170406"/>
              <a:gd name="connsiteX0" fmla="*/ 0 w 1508236"/>
              <a:gd name="connsiteY0" fmla="*/ 0 h 1275082"/>
              <a:gd name="connsiteX1" fmla="*/ 1508236 w 1508236"/>
              <a:gd name="connsiteY1" fmla="*/ 0 h 1275082"/>
              <a:gd name="connsiteX2" fmla="*/ 0 w 1508236"/>
              <a:gd name="connsiteY2" fmla="*/ 1085636 h 1275082"/>
              <a:gd name="connsiteX3" fmla="*/ 0 w 1508236"/>
              <a:gd name="connsiteY3" fmla="*/ 0 h 1275082"/>
              <a:gd name="connsiteX0" fmla="*/ 0 w 1508236"/>
              <a:gd name="connsiteY0" fmla="*/ 0 h 1116910"/>
              <a:gd name="connsiteX1" fmla="*/ 1508236 w 1508236"/>
              <a:gd name="connsiteY1" fmla="*/ 0 h 1116910"/>
              <a:gd name="connsiteX2" fmla="*/ 0 w 1508236"/>
              <a:gd name="connsiteY2" fmla="*/ 1085636 h 1116910"/>
              <a:gd name="connsiteX3" fmla="*/ 0 w 1508236"/>
              <a:gd name="connsiteY3" fmla="*/ 0 h 1116910"/>
              <a:gd name="connsiteX0" fmla="*/ 0 w 1508236"/>
              <a:gd name="connsiteY0" fmla="*/ 0 h 1085635"/>
              <a:gd name="connsiteX1" fmla="*/ 1508236 w 1508236"/>
              <a:gd name="connsiteY1" fmla="*/ 0 h 1085635"/>
              <a:gd name="connsiteX2" fmla="*/ 0 w 1508236"/>
              <a:gd name="connsiteY2" fmla="*/ 1085636 h 1085635"/>
              <a:gd name="connsiteX3" fmla="*/ 0 w 1508236"/>
              <a:gd name="connsiteY3" fmla="*/ 0 h 108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5F1A2A8-5342-6FC5-CB1C-FF535500C3D0}"/>
              </a:ext>
            </a:extLst>
          </p:cNvPr>
          <p:cNvSpPr txBox="1"/>
          <p:nvPr userDrawn="1"/>
        </p:nvSpPr>
        <p:spPr>
          <a:xfrm>
            <a:off x="2253442" y="3328546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99065B-1784-6F1C-F557-4CD7087FC0CB}"/>
              </a:ext>
            </a:extLst>
          </p:cNvPr>
          <p:cNvSpPr txBox="1"/>
          <p:nvPr userDrawn="1"/>
        </p:nvSpPr>
        <p:spPr>
          <a:xfrm>
            <a:off x="2253442" y="4223493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8036D31-2A31-A1F6-5673-DC13A96B1C50}"/>
              </a:ext>
            </a:extLst>
          </p:cNvPr>
          <p:cNvSpPr txBox="1"/>
          <p:nvPr userDrawn="1"/>
        </p:nvSpPr>
        <p:spPr>
          <a:xfrm>
            <a:off x="2253442" y="5118439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8AF1EEE-E18C-3E97-0AE1-5772FF29F05A}"/>
              </a:ext>
            </a:extLst>
          </p:cNvPr>
          <p:cNvSpPr txBox="1"/>
          <p:nvPr userDrawn="1"/>
        </p:nvSpPr>
        <p:spPr>
          <a:xfrm>
            <a:off x="7067767" y="3327564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1B9E23-6F36-6F30-D0A8-5F686EA80F16}"/>
              </a:ext>
            </a:extLst>
          </p:cNvPr>
          <p:cNvSpPr txBox="1"/>
          <p:nvPr userDrawn="1"/>
        </p:nvSpPr>
        <p:spPr>
          <a:xfrm>
            <a:off x="7067767" y="4222511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0F020C-F165-ABE9-768D-C0E500DF0E7A}"/>
              </a:ext>
            </a:extLst>
          </p:cNvPr>
          <p:cNvSpPr txBox="1"/>
          <p:nvPr userDrawn="1"/>
        </p:nvSpPr>
        <p:spPr>
          <a:xfrm>
            <a:off x="7067767" y="5117457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E1C73CE-DCEE-4BD7-50C4-204321E22980}"/>
              </a:ext>
            </a:extLst>
          </p:cNvPr>
          <p:cNvSpPr txBox="1"/>
          <p:nvPr userDrawn="1"/>
        </p:nvSpPr>
        <p:spPr>
          <a:xfrm>
            <a:off x="7067767" y="2432617"/>
            <a:ext cx="2870791" cy="27699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思源黑体 CN" panose="020B0500000000000000" pitchFamily="34" charset="-122"/>
              <a:ea typeface="思源黑体 CN" panose="020B0500000000000000" pitchFamily="34" charset="-122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64022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AB1EA7F-5D63-5688-9548-E03A910E5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8" name="矩形 45">
            <a:extLst>
              <a:ext uri="{FF2B5EF4-FFF2-40B4-BE49-F238E27FC236}">
                <a16:creationId xmlns:a16="http://schemas.microsoft.com/office/drawing/2014/main" id="{54E1C58A-87AD-DDC4-DAD6-970E3843561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0132911" y="5059034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" fmla="*/ 0 w 1696765"/>
              <a:gd name="connsiteY0" fmla="*/ 0 h 1221340"/>
              <a:gd name="connsiteX1" fmla="*/ 1508236 w 1696765"/>
              <a:gd name="connsiteY1" fmla="*/ 0 h 1221340"/>
              <a:gd name="connsiteX2" fmla="*/ 1508236 w 1696765"/>
              <a:gd name="connsiteY2" fmla="*/ 1085636 h 1221340"/>
              <a:gd name="connsiteX3" fmla="*/ 0 w 1696765"/>
              <a:gd name="connsiteY3" fmla="*/ 1085636 h 1221340"/>
              <a:gd name="connsiteX4" fmla="*/ 0 w 1696765"/>
              <a:gd name="connsiteY4" fmla="*/ 0 h 1221340"/>
              <a:gd name="connsiteX0" fmla="*/ 0 w 1625544"/>
              <a:gd name="connsiteY0" fmla="*/ 0 h 1292721"/>
              <a:gd name="connsiteX1" fmla="*/ 1508236 w 1625544"/>
              <a:gd name="connsiteY1" fmla="*/ 0 h 1292721"/>
              <a:gd name="connsiteX2" fmla="*/ 1314272 w 1625544"/>
              <a:gd name="connsiteY2" fmla="*/ 1202014 h 1292721"/>
              <a:gd name="connsiteX3" fmla="*/ 0 w 1625544"/>
              <a:gd name="connsiteY3" fmla="*/ 1085636 h 1292721"/>
              <a:gd name="connsiteX4" fmla="*/ 0 w 1625544"/>
              <a:gd name="connsiteY4" fmla="*/ 0 h 1292721"/>
              <a:gd name="connsiteX0" fmla="*/ 0 w 1609402"/>
              <a:gd name="connsiteY0" fmla="*/ 0 h 1329990"/>
              <a:gd name="connsiteX1" fmla="*/ 1508236 w 1609402"/>
              <a:gd name="connsiteY1" fmla="*/ 0 h 1329990"/>
              <a:gd name="connsiteX2" fmla="*/ 1242228 w 1609402"/>
              <a:gd name="connsiteY2" fmla="*/ 1251890 h 1329990"/>
              <a:gd name="connsiteX3" fmla="*/ 0 w 1609402"/>
              <a:gd name="connsiteY3" fmla="*/ 1085636 h 1329990"/>
              <a:gd name="connsiteX4" fmla="*/ 0 w 1609402"/>
              <a:gd name="connsiteY4" fmla="*/ 0 h 1329990"/>
              <a:gd name="connsiteX0" fmla="*/ 0 w 1629022"/>
              <a:gd name="connsiteY0" fmla="*/ 0 h 1339792"/>
              <a:gd name="connsiteX1" fmla="*/ 1508236 w 1629022"/>
              <a:gd name="connsiteY1" fmla="*/ 0 h 1339792"/>
              <a:gd name="connsiteX2" fmla="*/ 1242228 w 1629022"/>
              <a:gd name="connsiteY2" fmla="*/ 1251890 h 1339792"/>
              <a:gd name="connsiteX3" fmla="*/ 0 w 1629022"/>
              <a:gd name="connsiteY3" fmla="*/ 1085636 h 1339792"/>
              <a:gd name="connsiteX4" fmla="*/ 0 w 1629022"/>
              <a:gd name="connsiteY4" fmla="*/ 0 h 1339792"/>
              <a:gd name="connsiteX0" fmla="*/ 0 w 1658577"/>
              <a:gd name="connsiteY0" fmla="*/ 0 h 1339792"/>
              <a:gd name="connsiteX1" fmla="*/ 1508236 w 1658577"/>
              <a:gd name="connsiteY1" fmla="*/ 0 h 1339792"/>
              <a:gd name="connsiteX2" fmla="*/ 1242228 w 1658577"/>
              <a:gd name="connsiteY2" fmla="*/ 1251890 h 1339792"/>
              <a:gd name="connsiteX3" fmla="*/ 0 w 1658577"/>
              <a:gd name="connsiteY3" fmla="*/ 1085636 h 1339792"/>
              <a:gd name="connsiteX4" fmla="*/ 0 w 1658577"/>
              <a:gd name="connsiteY4" fmla="*/ 0 h 1339792"/>
              <a:gd name="connsiteX0" fmla="*/ 0 w 1658577"/>
              <a:gd name="connsiteY0" fmla="*/ 0 h 1346672"/>
              <a:gd name="connsiteX1" fmla="*/ 1508236 w 1658577"/>
              <a:gd name="connsiteY1" fmla="*/ 0 h 1346672"/>
              <a:gd name="connsiteX2" fmla="*/ 1242228 w 1658577"/>
              <a:gd name="connsiteY2" fmla="*/ 1251890 h 1346672"/>
              <a:gd name="connsiteX3" fmla="*/ 0 w 1658577"/>
              <a:gd name="connsiteY3" fmla="*/ 1085636 h 1346672"/>
              <a:gd name="connsiteX4" fmla="*/ 0 w 1658577"/>
              <a:gd name="connsiteY4" fmla="*/ 0 h 1346672"/>
              <a:gd name="connsiteX0" fmla="*/ 0 w 1658577"/>
              <a:gd name="connsiteY0" fmla="*/ 0 h 1338713"/>
              <a:gd name="connsiteX1" fmla="*/ 1508236 w 1658577"/>
              <a:gd name="connsiteY1" fmla="*/ 0 h 1338713"/>
              <a:gd name="connsiteX2" fmla="*/ 1242228 w 1658577"/>
              <a:gd name="connsiteY2" fmla="*/ 1251890 h 1338713"/>
              <a:gd name="connsiteX3" fmla="*/ 0 w 1658577"/>
              <a:gd name="connsiteY3" fmla="*/ 1085636 h 1338713"/>
              <a:gd name="connsiteX4" fmla="*/ 0 w 1658577"/>
              <a:gd name="connsiteY4" fmla="*/ 0 h 1338713"/>
              <a:gd name="connsiteX0" fmla="*/ 0 w 1658577"/>
              <a:gd name="connsiteY0" fmla="*/ 0 h 1345477"/>
              <a:gd name="connsiteX1" fmla="*/ 1508236 w 1658577"/>
              <a:gd name="connsiteY1" fmla="*/ 0 h 1345477"/>
              <a:gd name="connsiteX2" fmla="*/ 1242228 w 1658577"/>
              <a:gd name="connsiteY2" fmla="*/ 1251890 h 1345477"/>
              <a:gd name="connsiteX3" fmla="*/ 0 w 1658577"/>
              <a:gd name="connsiteY3" fmla="*/ 1085636 h 1345477"/>
              <a:gd name="connsiteX4" fmla="*/ 0 w 1658577"/>
              <a:gd name="connsiteY4" fmla="*/ 0 h 1345477"/>
              <a:gd name="connsiteX0" fmla="*/ 0 w 1667451"/>
              <a:gd name="connsiteY0" fmla="*/ 0 h 1340553"/>
              <a:gd name="connsiteX1" fmla="*/ 1508236 w 1667451"/>
              <a:gd name="connsiteY1" fmla="*/ 0 h 1340553"/>
              <a:gd name="connsiteX2" fmla="*/ 1242228 w 1667451"/>
              <a:gd name="connsiteY2" fmla="*/ 1251890 h 1340553"/>
              <a:gd name="connsiteX3" fmla="*/ 0 w 1667451"/>
              <a:gd name="connsiteY3" fmla="*/ 1085636 h 1340553"/>
              <a:gd name="connsiteX4" fmla="*/ 0 w 1667451"/>
              <a:gd name="connsiteY4" fmla="*/ 0 h 1340553"/>
              <a:gd name="connsiteX0" fmla="*/ 0 w 1661407"/>
              <a:gd name="connsiteY0" fmla="*/ 0 h 1334751"/>
              <a:gd name="connsiteX1" fmla="*/ 1508236 w 1661407"/>
              <a:gd name="connsiteY1" fmla="*/ 0 h 1334751"/>
              <a:gd name="connsiteX2" fmla="*/ 1242228 w 1661407"/>
              <a:gd name="connsiteY2" fmla="*/ 1251890 h 1334751"/>
              <a:gd name="connsiteX3" fmla="*/ 0 w 1661407"/>
              <a:gd name="connsiteY3" fmla="*/ 1085636 h 1334751"/>
              <a:gd name="connsiteX4" fmla="*/ 0 w 1661407"/>
              <a:gd name="connsiteY4" fmla="*/ 0 h 1334751"/>
              <a:gd name="connsiteX0" fmla="*/ 0 w 1667212"/>
              <a:gd name="connsiteY0" fmla="*/ 0 h 1334751"/>
              <a:gd name="connsiteX1" fmla="*/ 1508236 w 1667212"/>
              <a:gd name="connsiteY1" fmla="*/ 0 h 1334751"/>
              <a:gd name="connsiteX2" fmla="*/ 1242228 w 1667212"/>
              <a:gd name="connsiteY2" fmla="*/ 1251890 h 1334751"/>
              <a:gd name="connsiteX3" fmla="*/ 0 w 1667212"/>
              <a:gd name="connsiteY3" fmla="*/ 1085636 h 1334751"/>
              <a:gd name="connsiteX4" fmla="*/ 0 w 1667212"/>
              <a:gd name="connsiteY4" fmla="*/ 0 h 1334751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616803"/>
              <a:gd name="connsiteY0" fmla="*/ 0 h 1085636"/>
              <a:gd name="connsiteX1" fmla="*/ 1508236 w 1616803"/>
              <a:gd name="connsiteY1" fmla="*/ 0 h 1085636"/>
              <a:gd name="connsiteX2" fmla="*/ 0 w 1616803"/>
              <a:gd name="connsiteY2" fmla="*/ 1085636 h 1085636"/>
              <a:gd name="connsiteX3" fmla="*/ 0 w 1616803"/>
              <a:gd name="connsiteY3" fmla="*/ 0 h 1085636"/>
              <a:gd name="connsiteX0" fmla="*/ 0 w 1634334"/>
              <a:gd name="connsiteY0" fmla="*/ 0 h 1085636"/>
              <a:gd name="connsiteX1" fmla="*/ 1508236 w 1634334"/>
              <a:gd name="connsiteY1" fmla="*/ 0 h 1085636"/>
              <a:gd name="connsiteX2" fmla="*/ 0 w 1634334"/>
              <a:gd name="connsiteY2" fmla="*/ 1085636 h 1085636"/>
              <a:gd name="connsiteX3" fmla="*/ 0 w 1634334"/>
              <a:gd name="connsiteY3" fmla="*/ 0 h 1085636"/>
              <a:gd name="connsiteX0" fmla="*/ 0 w 1514357"/>
              <a:gd name="connsiteY0" fmla="*/ 0 h 1085636"/>
              <a:gd name="connsiteX1" fmla="*/ 1508236 w 1514357"/>
              <a:gd name="connsiteY1" fmla="*/ 0 h 1085636"/>
              <a:gd name="connsiteX2" fmla="*/ 0 w 1514357"/>
              <a:gd name="connsiteY2" fmla="*/ 1085636 h 1085636"/>
              <a:gd name="connsiteX3" fmla="*/ 0 w 1514357"/>
              <a:gd name="connsiteY3" fmla="*/ 0 h 1085636"/>
              <a:gd name="connsiteX0" fmla="*/ 0 w 1513093"/>
              <a:gd name="connsiteY0" fmla="*/ 0 h 1222197"/>
              <a:gd name="connsiteX1" fmla="*/ 1508236 w 1513093"/>
              <a:gd name="connsiteY1" fmla="*/ 0 h 1222197"/>
              <a:gd name="connsiteX2" fmla="*/ 0 w 1513093"/>
              <a:gd name="connsiteY2" fmla="*/ 1085636 h 1222197"/>
              <a:gd name="connsiteX3" fmla="*/ 0 w 1513093"/>
              <a:gd name="connsiteY3" fmla="*/ 0 h 1222197"/>
              <a:gd name="connsiteX0" fmla="*/ 0 w 1513094"/>
              <a:gd name="connsiteY0" fmla="*/ 0 h 1170406"/>
              <a:gd name="connsiteX1" fmla="*/ 1508236 w 1513094"/>
              <a:gd name="connsiteY1" fmla="*/ 0 h 1170406"/>
              <a:gd name="connsiteX2" fmla="*/ 0 w 1513094"/>
              <a:gd name="connsiteY2" fmla="*/ 1085636 h 1170406"/>
              <a:gd name="connsiteX3" fmla="*/ 0 w 1513094"/>
              <a:gd name="connsiteY3" fmla="*/ 0 h 1170406"/>
              <a:gd name="connsiteX0" fmla="*/ 0 w 1508236"/>
              <a:gd name="connsiteY0" fmla="*/ 0 h 1275082"/>
              <a:gd name="connsiteX1" fmla="*/ 1508236 w 1508236"/>
              <a:gd name="connsiteY1" fmla="*/ 0 h 1275082"/>
              <a:gd name="connsiteX2" fmla="*/ 0 w 1508236"/>
              <a:gd name="connsiteY2" fmla="*/ 1085636 h 1275082"/>
              <a:gd name="connsiteX3" fmla="*/ 0 w 1508236"/>
              <a:gd name="connsiteY3" fmla="*/ 0 h 1275082"/>
              <a:gd name="connsiteX0" fmla="*/ 0 w 1508236"/>
              <a:gd name="connsiteY0" fmla="*/ 0 h 1116910"/>
              <a:gd name="connsiteX1" fmla="*/ 1508236 w 1508236"/>
              <a:gd name="connsiteY1" fmla="*/ 0 h 1116910"/>
              <a:gd name="connsiteX2" fmla="*/ 0 w 1508236"/>
              <a:gd name="connsiteY2" fmla="*/ 1085636 h 1116910"/>
              <a:gd name="connsiteX3" fmla="*/ 0 w 1508236"/>
              <a:gd name="connsiteY3" fmla="*/ 0 h 1116910"/>
              <a:gd name="connsiteX0" fmla="*/ 0 w 1508236"/>
              <a:gd name="connsiteY0" fmla="*/ 0 h 1085635"/>
              <a:gd name="connsiteX1" fmla="*/ 1508236 w 1508236"/>
              <a:gd name="connsiteY1" fmla="*/ 0 h 1085635"/>
              <a:gd name="connsiteX2" fmla="*/ 0 w 1508236"/>
              <a:gd name="connsiteY2" fmla="*/ 1085636 h 1085635"/>
              <a:gd name="connsiteX3" fmla="*/ 0 w 1508236"/>
              <a:gd name="connsiteY3" fmla="*/ 0 h 108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9" name="正文级别 1…">
            <a:extLst>
              <a:ext uri="{FF2B5EF4-FFF2-40B4-BE49-F238E27FC236}">
                <a16:creationId xmlns:a16="http://schemas.microsoft.com/office/drawing/2014/main" id="{9B4FD113-4D87-B43E-7A54-D7B161F7B3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6531" y="1423348"/>
            <a:ext cx="10972801" cy="4789961"/>
          </a:xfrm>
          <a:prstGeom prst="rect">
            <a:avLst/>
          </a:prstGeom>
        </p:spPr>
        <p:txBody>
          <a:bodyPr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954841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31" name="标题文本"/>
          <p:cNvSpPr txBox="1">
            <a:spLocks noGrp="1"/>
          </p:cNvSpPr>
          <p:nvPr>
            <p:ph type="title"/>
          </p:nvPr>
        </p:nvSpPr>
        <p:spPr>
          <a:xfrm>
            <a:off x="1015998" y="77972"/>
            <a:ext cx="9846769" cy="91678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3" name="菱形 2">
            <a:extLst>
              <a:ext uri="{FF2B5EF4-FFF2-40B4-BE49-F238E27FC236}">
                <a16:creationId xmlns:a16="http://schemas.microsoft.com/office/drawing/2014/main" id="{5CBE1219-E696-9FF2-FA7C-063BC93C251C}"/>
              </a:ext>
            </a:extLst>
          </p:cNvPr>
          <p:cNvSpPr/>
          <p:nvPr userDrawn="1"/>
        </p:nvSpPr>
        <p:spPr>
          <a:xfrm>
            <a:off x="449943" y="333831"/>
            <a:ext cx="391885" cy="377487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>
            <a:extLst>
              <a:ext uri="{FF2B5EF4-FFF2-40B4-BE49-F238E27FC236}">
                <a16:creationId xmlns:a16="http://schemas.microsoft.com/office/drawing/2014/main" id="{E93EDDB1-8809-E7F2-4D5A-0FE752FEA152}"/>
              </a:ext>
            </a:extLst>
          </p:cNvPr>
          <p:cNvSpPr/>
          <p:nvPr userDrawn="1"/>
        </p:nvSpPr>
        <p:spPr>
          <a:xfrm>
            <a:off x="624113" y="350987"/>
            <a:ext cx="391885" cy="37748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704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68" name="标题文本"/>
          <p:cNvSpPr txBox="1">
            <a:spLocks noGrp="1"/>
          </p:cNvSpPr>
          <p:nvPr>
            <p:ph type="title"/>
          </p:nvPr>
        </p:nvSpPr>
        <p:spPr>
          <a:xfrm rot="5400000">
            <a:off x="-2485434" y="3453907"/>
            <a:ext cx="6219698" cy="108397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9" name="正文级别 1…"/>
          <p:cNvSpPr txBox="1">
            <a:spLocks noGrp="1"/>
          </p:cNvSpPr>
          <p:nvPr>
            <p:ph type="body" idx="1"/>
          </p:nvPr>
        </p:nvSpPr>
        <p:spPr>
          <a:xfrm>
            <a:off x="1295400" y="500283"/>
            <a:ext cx="10272184" cy="5424268"/>
          </a:xfrm>
          <a:prstGeom prst="rect">
            <a:avLst/>
          </a:prstGeom>
        </p:spPr>
        <p:txBody>
          <a:bodyPr/>
          <a:lstStyle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pic>
        <p:nvPicPr>
          <p:cNvPr id="2" name="Picture 3" descr="C:\Users\Administrator\Desktop\麦哲思原色.png麦哲思原色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499591" y="199151"/>
            <a:ext cx="1424872" cy="5246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菱形 3">
            <a:extLst>
              <a:ext uri="{FF2B5EF4-FFF2-40B4-BE49-F238E27FC236}">
                <a16:creationId xmlns:a16="http://schemas.microsoft.com/office/drawing/2014/main" id="{850640E7-A631-72BF-658D-5B65F22C2FDE}"/>
              </a:ext>
            </a:extLst>
          </p:cNvPr>
          <p:cNvSpPr/>
          <p:nvPr userDrawn="1"/>
        </p:nvSpPr>
        <p:spPr>
          <a:xfrm>
            <a:off x="449943" y="333831"/>
            <a:ext cx="391885" cy="377487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菱形 2">
            <a:extLst>
              <a:ext uri="{FF2B5EF4-FFF2-40B4-BE49-F238E27FC236}">
                <a16:creationId xmlns:a16="http://schemas.microsoft.com/office/drawing/2014/main" id="{EC3D34DB-5F9E-ECF7-F163-210B14C3B963}"/>
              </a:ext>
            </a:extLst>
          </p:cNvPr>
          <p:cNvSpPr/>
          <p:nvPr userDrawn="1"/>
        </p:nvSpPr>
        <p:spPr>
          <a:xfrm>
            <a:off x="624113" y="350987"/>
            <a:ext cx="391885" cy="37748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E2FC70-9DE7-B4BE-8C48-D50DD533D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29F6C94-5B82-E147-FF33-3FCFB0137E9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文本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7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8" name="Picture 3" descr="C:\Users\Administrator\Desktop\麦哲思原色.png麦哲思原色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074959" y="408991"/>
            <a:ext cx="1736090" cy="63925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D610EA2-97A4-0E27-E028-FCCE23AEAE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7A1728-A88F-07D9-CFBD-EB6B1B6AC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3072" y="1445089"/>
            <a:ext cx="5386917" cy="639763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3072" y="2084851"/>
            <a:ext cx="5386917" cy="3951288"/>
          </a:xfrm>
        </p:spPr>
        <p:txBody>
          <a:bodyPr>
            <a:normAutofit/>
          </a:bodyPr>
          <a:lstStyle>
            <a:lvl1pPr>
              <a:defRPr sz="2000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  <a:lvl2pPr>
              <a:defRPr sz="1800">
                <a:latin typeface="思源黑体 CN" panose="020B0500000000000000" pitchFamily="34" charset="-122"/>
                <a:ea typeface="思源黑体 CN" panose="020B0500000000000000" pitchFamily="34" charset="-122"/>
              </a:defRPr>
            </a:lvl2pPr>
            <a:lvl3pPr>
              <a:defRPr sz="1600">
                <a:latin typeface="思源黑体 CN" panose="020B0500000000000000" pitchFamily="34" charset="-122"/>
                <a:ea typeface="思源黑体 CN" panose="020B0500000000000000" pitchFamily="34" charset="-122"/>
              </a:defRPr>
            </a:lvl3pPr>
            <a:lvl4pPr>
              <a:defRPr sz="1400">
                <a:latin typeface="思源黑体 CN" panose="020B0500000000000000" pitchFamily="34" charset="-122"/>
                <a:ea typeface="思源黑体 CN" panose="020B0500000000000000" pitchFamily="34" charset="-122"/>
              </a:defRPr>
            </a:lvl4pPr>
            <a:lvl5pPr>
              <a:defRPr sz="1200">
                <a:latin typeface="思源黑体 CN" panose="020B0500000000000000" pitchFamily="34" charset="-122"/>
                <a:ea typeface="思源黑体 CN" panose="020B0500000000000000" pitchFamily="34" charset="-122"/>
              </a:defRPr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841" y="1445089"/>
            <a:ext cx="5389033" cy="639763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841" y="2084851"/>
            <a:ext cx="5389033" cy="3951288"/>
          </a:xfrm>
        </p:spPr>
        <p:txBody>
          <a:bodyPr>
            <a:normAutofit/>
          </a:bodyPr>
          <a:lstStyle>
            <a:lvl1pPr>
              <a:defRPr sz="2000"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  <a:lvl2pPr>
              <a:defRPr sz="1800">
                <a:latin typeface="思源黑体 CN" panose="020B0500000000000000" pitchFamily="34" charset="-122"/>
                <a:ea typeface="思源黑体 CN" panose="020B0500000000000000" pitchFamily="34" charset="-122"/>
              </a:defRPr>
            </a:lvl2pPr>
            <a:lvl3pPr>
              <a:defRPr sz="1600">
                <a:latin typeface="思源黑体 CN" panose="020B0500000000000000" pitchFamily="34" charset="-122"/>
                <a:ea typeface="思源黑体 CN" panose="020B0500000000000000" pitchFamily="34" charset="-122"/>
              </a:defRPr>
            </a:lvl3pPr>
            <a:lvl4pPr>
              <a:defRPr sz="1400">
                <a:latin typeface="思源黑体 CN" panose="020B0500000000000000" pitchFamily="34" charset="-122"/>
                <a:ea typeface="思源黑体 CN" panose="020B0500000000000000" pitchFamily="34" charset="-122"/>
              </a:defRPr>
            </a:lvl4pPr>
            <a:lvl5pPr>
              <a:defRPr sz="1200">
                <a:latin typeface="思源黑体 CN" panose="020B0500000000000000" pitchFamily="34" charset="-122"/>
                <a:ea typeface="思源黑体 CN" panose="020B0500000000000000" pitchFamily="34" charset="-122"/>
              </a:defRPr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6294DA01-3C75-6149-9022-8AAA08926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2" name="菱形 1">
            <a:extLst>
              <a:ext uri="{FF2B5EF4-FFF2-40B4-BE49-F238E27FC236}">
                <a16:creationId xmlns:a16="http://schemas.microsoft.com/office/drawing/2014/main" id="{7B40BE69-57FD-38E3-06C0-5C129FBA6D72}"/>
              </a:ext>
            </a:extLst>
          </p:cNvPr>
          <p:cNvSpPr/>
          <p:nvPr userDrawn="1"/>
        </p:nvSpPr>
        <p:spPr>
          <a:xfrm>
            <a:off x="449943" y="333831"/>
            <a:ext cx="391885" cy="377487"/>
          </a:xfrm>
          <a:prstGeom prst="diamond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7D551610-F545-0848-0128-4C9DAC109CF5}"/>
              </a:ext>
            </a:extLst>
          </p:cNvPr>
          <p:cNvSpPr/>
          <p:nvPr userDrawn="1"/>
        </p:nvSpPr>
        <p:spPr>
          <a:xfrm>
            <a:off x="624113" y="350987"/>
            <a:ext cx="391885" cy="377487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文本"/>
          <p:cNvSpPr txBox="1">
            <a:spLocks noGrp="1"/>
          </p:cNvSpPr>
          <p:nvPr>
            <p:ph type="title"/>
          </p:nvPr>
        </p:nvSpPr>
        <p:spPr>
          <a:xfrm>
            <a:off x="914400" y="2401441"/>
            <a:ext cx="10363200" cy="147002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200">
                <a:solidFill>
                  <a:schemeClr val="accent4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21" name="Picture 3" descr="C:\Users\Administrator\Desktop\麦哲思原色.png麦哲思原色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148646" y="124864"/>
            <a:ext cx="1803907" cy="66409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矩形 45">
            <a:extLst>
              <a:ext uri="{FF2B5EF4-FFF2-40B4-BE49-F238E27FC236}">
                <a16:creationId xmlns:a16="http://schemas.microsoft.com/office/drawing/2014/main" id="{46CE99C4-5ADB-EA9F-2F33-7757E31C202E}"/>
              </a:ext>
            </a:extLst>
          </p:cNvPr>
          <p:cNvSpPr>
            <a:spLocks noChangeAspect="1"/>
          </p:cNvSpPr>
          <p:nvPr userDrawn="1"/>
        </p:nvSpPr>
        <p:spPr>
          <a:xfrm>
            <a:off x="-6003" y="56137"/>
            <a:ext cx="1112458" cy="2335353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" fmla="*/ 0 w 1696765"/>
              <a:gd name="connsiteY0" fmla="*/ 0 h 1221340"/>
              <a:gd name="connsiteX1" fmla="*/ 1508236 w 1696765"/>
              <a:gd name="connsiteY1" fmla="*/ 0 h 1221340"/>
              <a:gd name="connsiteX2" fmla="*/ 1508236 w 1696765"/>
              <a:gd name="connsiteY2" fmla="*/ 1085636 h 1221340"/>
              <a:gd name="connsiteX3" fmla="*/ 0 w 1696765"/>
              <a:gd name="connsiteY3" fmla="*/ 1085636 h 1221340"/>
              <a:gd name="connsiteX4" fmla="*/ 0 w 1696765"/>
              <a:gd name="connsiteY4" fmla="*/ 0 h 1221340"/>
              <a:gd name="connsiteX0" fmla="*/ 0 w 1625544"/>
              <a:gd name="connsiteY0" fmla="*/ 0 h 1292721"/>
              <a:gd name="connsiteX1" fmla="*/ 1508236 w 1625544"/>
              <a:gd name="connsiteY1" fmla="*/ 0 h 1292721"/>
              <a:gd name="connsiteX2" fmla="*/ 1314272 w 1625544"/>
              <a:gd name="connsiteY2" fmla="*/ 1202014 h 1292721"/>
              <a:gd name="connsiteX3" fmla="*/ 0 w 1625544"/>
              <a:gd name="connsiteY3" fmla="*/ 1085636 h 1292721"/>
              <a:gd name="connsiteX4" fmla="*/ 0 w 1625544"/>
              <a:gd name="connsiteY4" fmla="*/ 0 h 1292721"/>
              <a:gd name="connsiteX0" fmla="*/ 0 w 1609402"/>
              <a:gd name="connsiteY0" fmla="*/ 0 h 1329990"/>
              <a:gd name="connsiteX1" fmla="*/ 1508236 w 1609402"/>
              <a:gd name="connsiteY1" fmla="*/ 0 h 1329990"/>
              <a:gd name="connsiteX2" fmla="*/ 1242228 w 1609402"/>
              <a:gd name="connsiteY2" fmla="*/ 1251890 h 1329990"/>
              <a:gd name="connsiteX3" fmla="*/ 0 w 1609402"/>
              <a:gd name="connsiteY3" fmla="*/ 1085636 h 1329990"/>
              <a:gd name="connsiteX4" fmla="*/ 0 w 1609402"/>
              <a:gd name="connsiteY4" fmla="*/ 0 h 1329990"/>
              <a:gd name="connsiteX0" fmla="*/ 0 w 1629022"/>
              <a:gd name="connsiteY0" fmla="*/ 0 h 1339792"/>
              <a:gd name="connsiteX1" fmla="*/ 1508236 w 1629022"/>
              <a:gd name="connsiteY1" fmla="*/ 0 h 1339792"/>
              <a:gd name="connsiteX2" fmla="*/ 1242228 w 1629022"/>
              <a:gd name="connsiteY2" fmla="*/ 1251890 h 1339792"/>
              <a:gd name="connsiteX3" fmla="*/ 0 w 1629022"/>
              <a:gd name="connsiteY3" fmla="*/ 1085636 h 1339792"/>
              <a:gd name="connsiteX4" fmla="*/ 0 w 1629022"/>
              <a:gd name="connsiteY4" fmla="*/ 0 h 1339792"/>
              <a:gd name="connsiteX0" fmla="*/ 0 w 1658577"/>
              <a:gd name="connsiteY0" fmla="*/ 0 h 1339792"/>
              <a:gd name="connsiteX1" fmla="*/ 1508236 w 1658577"/>
              <a:gd name="connsiteY1" fmla="*/ 0 h 1339792"/>
              <a:gd name="connsiteX2" fmla="*/ 1242228 w 1658577"/>
              <a:gd name="connsiteY2" fmla="*/ 1251890 h 1339792"/>
              <a:gd name="connsiteX3" fmla="*/ 0 w 1658577"/>
              <a:gd name="connsiteY3" fmla="*/ 1085636 h 1339792"/>
              <a:gd name="connsiteX4" fmla="*/ 0 w 1658577"/>
              <a:gd name="connsiteY4" fmla="*/ 0 h 1339792"/>
              <a:gd name="connsiteX0" fmla="*/ 0 w 1658577"/>
              <a:gd name="connsiteY0" fmla="*/ 0 h 1346672"/>
              <a:gd name="connsiteX1" fmla="*/ 1508236 w 1658577"/>
              <a:gd name="connsiteY1" fmla="*/ 0 h 1346672"/>
              <a:gd name="connsiteX2" fmla="*/ 1242228 w 1658577"/>
              <a:gd name="connsiteY2" fmla="*/ 1251890 h 1346672"/>
              <a:gd name="connsiteX3" fmla="*/ 0 w 1658577"/>
              <a:gd name="connsiteY3" fmla="*/ 1085636 h 1346672"/>
              <a:gd name="connsiteX4" fmla="*/ 0 w 1658577"/>
              <a:gd name="connsiteY4" fmla="*/ 0 h 1346672"/>
              <a:gd name="connsiteX0" fmla="*/ 0 w 1658577"/>
              <a:gd name="connsiteY0" fmla="*/ 0 h 1338713"/>
              <a:gd name="connsiteX1" fmla="*/ 1508236 w 1658577"/>
              <a:gd name="connsiteY1" fmla="*/ 0 h 1338713"/>
              <a:gd name="connsiteX2" fmla="*/ 1242228 w 1658577"/>
              <a:gd name="connsiteY2" fmla="*/ 1251890 h 1338713"/>
              <a:gd name="connsiteX3" fmla="*/ 0 w 1658577"/>
              <a:gd name="connsiteY3" fmla="*/ 1085636 h 1338713"/>
              <a:gd name="connsiteX4" fmla="*/ 0 w 1658577"/>
              <a:gd name="connsiteY4" fmla="*/ 0 h 1338713"/>
              <a:gd name="connsiteX0" fmla="*/ 0 w 1658577"/>
              <a:gd name="connsiteY0" fmla="*/ 0 h 1345477"/>
              <a:gd name="connsiteX1" fmla="*/ 1508236 w 1658577"/>
              <a:gd name="connsiteY1" fmla="*/ 0 h 1345477"/>
              <a:gd name="connsiteX2" fmla="*/ 1242228 w 1658577"/>
              <a:gd name="connsiteY2" fmla="*/ 1251890 h 1345477"/>
              <a:gd name="connsiteX3" fmla="*/ 0 w 1658577"/>
              <a:gd name="connsiteY3" fmla="*/ 1085636 h 1345477"/>
              <a:gd name="connsiteX4" fmla="*/ 0 w 1658577"/>
              <a:gd name="connsiteY4" fmla="*/ 0 h 1345477"/>
              <a:gd name="connsiteX0" fmla="*/ 0 w 1667451"/>
              <a:gd name="connsiteY0" fmla="*/ 0 h 1340553"/>
              <a:gd name="connsiteX1" fmla="*/ 1508236 w 1667451"/>
              <a:gd name="connsiteY1" fmla="*/ 0 h 1340553"/>
              <a:gd name="connsiteX2" fmla="*/ 1242228 w 1667451"/>
              <a:gd name="connsiteY2" fmla="*/ 1251890 h 1340553"/>
              <a:gd name="connsiteX3" fmla="*/ 0 w 1667451"/>
              <a:gd name="connsiteY3" fmla="*/ 1085636 h 1340553"/>
              <a:gd name="connsiteX4" fmla="*/ 0 w 1667451"/>
              <a:gd name="connsiteY4" fmla="*/ 0 h 1340553"/>
              <a:gd name="connsiteX0" fmla="*/ 0 w 1661407"/>
              <a:gd name="connsiteY0" fmla="*/ 0 h 1334751"/>
              <a:gd name="connsiteX1" fmla="*/ 1508236 w 1661407"/>
              <a:gd name="connsiteY1" fmla="*/ 0 h 1334751"/>
              <a:gd name="connsiteX2" fmla="*/ 1242228 w 1661407"/>
              <a:gd name="connsiteY2" fmla="*/ 1251890 h 1334751"/>
              <a:gd name="connsiteX3" fmla="*/ 0 w 1661407"/>
              <a:gd name="connsiteY3" fmla="*/ 1085636 h 1334751"/>
              <a:gd name="connsiteX4" fmla="*/ 0 w 1661407"/>
              <a:gd name="connsiteY4" fmla="*/ 0 h 1334751"/>
              <a:gd name="connsiteX0" fmla="*/ 0 w 1667212"/>
              <a:gd name="connsiteY0" fmla="*/ 0 h 1334751"/>
              <a:gd name="connsiteX1" fmla="*/ 1508236 w 1667212"/>
              <a:gd name="connsiteY1" fmla="*/ 0 h 1334751"/>
              <a:gd name="connsiteX2" fmla="*/ 1242228 w 1667212"/>
              <a:gd name="connsiteY2" fmla="*/ 1251890 h 1334751"/>
              <a:gd name="connsiteX3" fmla="*/ 0 w 1667212"/>
              <a:gd name="connsiteY3" fmla="*/ 1085636 h 1334751"/>
              <a:gd name="connsiteX4" fmla="*/ 0 w 1667212"/>
              <a:gd name="connsiteY4" fmla="*/ 0 h 1334751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616803"/>
              <a:gd name="connsiteY0" fmla="*/ 0 h 1085636"/>
              <a:gd name="connsiteX1" fmla="*/ 1508236 w 1616803"/>
              <a:gd name="connsiteY1" fmla="*/ 0 h 1085636"/>
              <a:gd name="connsiteX2" fmla="*/ 0 w 1616803"/>
              <a:gd name="connsiteY2" fmla="*/ 1085636 h 1085636"/>
              <a:gd name="connsiteX3" fmla="*/ 0 w 1616803"/>
              <a:gd name="connsiteY3" fmla="*/ 0 h 1085636"/>
              <a:gd name="connsiteX0" fmla="*/ 0 w 1634334"/>
              <a:gd name="connsiteY0" fmla="*/ 0 h 1085636"/>
              <a:gd name="connsiteX1" fmla="*/ 1508236 w 1634334"/>
              <a:gd name="connsiteY1" fmla="*/ 0 h 1085636"/>
              <a:gd name="connsiteX2" fmla="*/ 0 w 1634334"/>
              <a:gd name="connsiteY2" fmla="*/ 1085636 h 1085636"/>
              <a:gd name="connsiteX3" fmla="*/ 0 w 1634334"/>
              <a:gd name="connsiteY3" fmla="*/ 0 h 1085636"/>
              <a:gd name="connsiteX0" fmla="*/ 0 w 1514357"/>
              <a:gd name="connsiteY0" fmla="*/ 0 h 1085636"/>
              <a:gd name="connsiteX1" fmla="*/ 1508236 w 1514357"/>
              <a:gd name="connsiteY1" fmla="*/ 0 h 1085636"/>
              <a:gd name="connsiteX2" fmla="*/ 0 w 1514357"/>
              <a:gd name="connsiteY2" fmla="*/ 1085636 h 1085636"/>
              <a:gd name="connsiteX3" fmla="*/ 0 w 1514357"/>
              <a:gd name="connsiteY3" fmla="*/ 0 h 1085636"/>
              <a:gd name="connsiteX0" fmla="*/ 0 w 1513093"/>
              <a:gd name="connsiteY0" fmla="*/ 0 h 1222197"/>
              <a:gd name="connsiteX1" fmla="*/ 1508236 w 1513093"/>
              <a:gd name="connsiteY1" fmla="*/ 0 h 1222197"/>
              <a:gd name="connsiteX2" fmla="*/ 0 w 1513093"/>
              <a:gd name="connsiteY2" fmla="*/ 1085636 h 1222197"/>
              <a:gd name="connsiteX3" fmla="*/ 0 w 1513093"/>
              <a:gd name="connsiteY3" fmla="*/ 0 h 1222197"/>
              <a:gd name="connsiteX0" fmla="*/ 0 w 1513094"/>
              <a:gd name="connsiteY0" fmla="*/ 0 h 1170406"/>
              <a:gd name="connsiteX1" fmla="*/ 1508236 w 1513094"/>
              <a:gd name="connsiteY1" fmla="*/ 0 h 1170406"/>
              <a:gd name="connsiteX2" fmla="*/ 0 w 1513094"/>
              <a:gd name="connsiteY2" fmla="*/ 1085636 h 1170406"/>
              <a:gd name="connsiteX3" fmla="*/ 0 w 1513094"/>
              <a:gd name="connsiteY3" fmla="*/ 0 h 1170406"/>
              <a:gd name="connsiteX0" fmla="*/ 0 w 1508236"/>
              <a:gd name="connsiteY0" fmla="*/ 0 h 1275082"/>
              <a:gd name="connsiteX1" fmla="*/ 1508236 w 1508236"/>
              <a:gd name="connsiteY1" fmla="*/ 0 h 1275082"/>
              <a:gd name="connsiteX2" fmla="*/ 0 w 1508236"/>
              <a:gd name="connsiteY2" fmla="*/ 1085636 h 1275082"/>
              <a:gd name="connsiteX3" fmla="*/ 0 w 1508236"/>
              <a:gd name="connsiteY3" fmla="*/ 0 h 1275082"/>
              <a:gd name="connsiteX0" fmla="*/ 0 w 1508236"/>
              <a:gd name="connsiteY0" fmla="*/ 0 h 1116910"/>
              <a:gd name="connsiteX1" fmla="*/ 1508236 w 1508236"/>
              <a:gd name="connsiteY1" fmla="*/ 0 h 1116910"/>
              <a:gd name="connsiteX2" fmla="*/ 0 w 1508236"/>
              <a:gd name="connsiteY2" fmla="*/ 1085636 h 1116910"/>
              <a:gd name="connsiteX3" fmla="*/ 0 w 1508236"/>
              <a:gd name="connsiteY3" fmla="*/ 0 h 1116910"/>
              <a:gd name="connsiteX0" fmla="*/ 0 w 1508236"/>
              <a:gd name="connsiteY0" fmla="*/ 0 h 1085635"/>
              <a:gd name="connsiteX1" fmla="*/ 1508236 w 1508236"/>
              <a:gd name="connsiteY1" fmla="*/ 0 h 1085635"/>
              <a:gd name="connsiteX2" fmla="*/ 0 w 1508236"/>
              <a:gd name="connsiteY2" fmla="*/ 1085636 h 1085635"/>
              <a:gd name="connsiteX3" fmla="*/ 0 w 1508236"/>
              <a:gd name="connsiteY3" fmla="*/ 0 h 1085635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521815"/>
              <a:gd name="connsiteY0" fmla="*/ 0 h 1085636"/>
              <a:gd name="connsiteX1" fmla="*/ 1508236 w 1521815"/>
              <a:gd name="connsiteY1" fmla="*/ 0 h 1085636"/>
              <a:gd name="connsiteX2" fmla="*/ 0 w 1521815"/>
              <a:gd name="connsiteY2" fmla="*/ 1085636 h 1085636"/>
              <a:gd name="connsiteX3" fmla="*/ 0 w 1521815"/>
              <a:gd name="connsiteY3" fmla="*/ 0 h 1085636"/>
              <a:gd name="connsiteX0" fmla="*/ 0 w 1883667"/>
              <a:gd name="connsiteY0" fmla="*/ 0 h 1085636"/>
              <a:gd name="connsiteX1" fmla="*/ 1508236 w 1883667"/>
              <a:gd name="connsiteY1" fmla="*/ 0 h 1085636"/>
              <a:gd name="connsiteX2" fmla="*/ 0 w 1883667"/>
              <a:gd name="connsiteY2" fmla="*/ 1085636 h 1085636"/>
              <a:gd name="connsiteX3" fmla="*/ 0 w 1883667"/>
              <a:gd name="connsiteY3" fmla="*/ 0 h 1085636"/>
              <a:gd name="connsiteX0" fmla="*/ 0 w 1680708"/>
              <a:gd name="connsiteY0" fmla="*/ 0 h 1085636"/>
              <a:gd name="connsiteX1" fmla="*/ 1508236 w 1680708"/>
              <a:gd name="connsiteY1" fmla="*/ 0 h 1085636"/>
              <a:gd name="connsiteX2" fmla="*/ 0 w 1680708"/>
              <a:gd name="connsiteY2" fmla="*/ 1085636 h 1085636"/>
              <a:gd name="connsiteX3" fmla="*/ 0 w 1680708"/>
              <a:gd name="connsiteY3" fmla="*/ 0 h 1085636"/>
              <a:gd name="connsiteX0" fmla="*/ 0 w 1866127"/>
              <a:gd name="connsiteY0" fmla="*/ 0 h 1085636"/>
              <a:gd name="connsiteX1" fmla="*/ 1508236 w 1866127"/>
              <a:gd name="connsiteY1" fmla="*/ 0 h 1085636"/>
              <a:gd name="connsiteX2" fmla="*/ 0 w 1866127"/>
              <a:gd name="connsiteY2" fmla="*/ 1085636 h 1085636"/>
              <a:gd name="connsiteX3" fmla="*/ 0 w 1866127"/>
              <a:gd name="connsiteY3" fmla="*/ 0 h 1085636"/>
              <a:gd name="connsiteX0" fmla="*/ 0 w 1820325"/>
              <a:gd name="connsiteY0" fmla="*/ 0 h 1085636"/>
              <a:gd name="connsiteX1" fmla="*/ 1508236 w 1820325"/>
              <a:gd name="connsiteY1" fmla="*/ 0 h 1085636"/>
              <a:gd name="connsiteX2" fmla="*/ 0 w 1820325"/>
              <a:gd name="connsiteY2" fmla="*/ 1085636 h 1085636"/>
              <a:gd name="connsiteX3" fmla="*/ 0 w 1820325"/>
              <a:gd name="connsiteY3" fmla="*/ 0 h 108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25" h="1085636">
                <a:moveTo>
                  <a:pt x="0" y="0"/>
                </a:moveTo>
                <a:lnTo>
                  <a:pt x="1508236" y="0"/>
                </a:lnTo>
                <a:cubicBezTo>
                  <a:pt x="2624414" y="749724"/>
                  <a:pt x="419944" y="4973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4" name="矩形 45">
            <a:extLst>
              <a:ext uri="{FF2B5EF4-FFF2-40B4-BE49-F238E27FC236}">
                <a16:creationId xmlns:a16="http://schemas.microsoft.com/office/drawing/2014/main" id="{D28F26A6-BD2C-C060-31D8-8C39D252F965}"/>
              </a:ext>
            </a:extLst>
          </p:cNvPr>
          <p:cNvSpPr>
            <a:spLocks noChangeAspect="1"/>
          </p:cNvSpPr>
          <p:nvPr userDrawn="1"/>
        </p:nvSpPr>
        <p:spPr>
          <a:xfrm>
            <a:off x="-6003" y="5219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" fmla="*/ 0 w 1696765"/>
              <a:gd name="connsiteY0" fmla="*/ 0 h 1221340"/>
              <a:gd name="connsiteX1" fmla="*/ 1508236 w 1696765"/>
              <a:gd name="connsiteY1" fmla="*/ 0 h 1221340"/>
              <a:gd name="connsiteX2" fmla="*/ 1508236 w 1696765"/>
              <a:gd name="connsiteY2" fmla="*/ 1085636 h 1221340"/>
              <a:gd name="connsiteX3" fmla="*/ 0 w 1696765"/>
              <a:gd name="connsiteY3" fmla="*/ 1085636 h 1221340"/>
              <a:gd name="connsiteX4" fmla="*/ 0 w 1696765"/>
              <a:gd name="connsiteY4" fmla="*/ 0 h 1221340"/>
              <a:gd name="connsiteX0" fmla="*/ 0 w 1625544"/>
              <a:gd name="connsiteY0" fmla="*/ 0 h 1292721"/>
              <a:gd name="connsiteX1" fmla="*/ 1508236 w 1625544"/>
              <a:gd name="connsiteY1" fmla="*/ 0 h 1292721"/>
              <a:gd name="connsiteX2" fmla="*/ 1314272 w 1625544"/>
              <a:gd name="connsiteY2" fmla="*/ 1202014 h 1292721"/>
              <a:gd name="connsiteX3" fmla="*/ 0 w 1625544"/>
              <a:gd name="connsiteY3" fmla="*/ 1085636 h 1292721"/>
              <a:gd name="connsiteX4" fmla="*/ 0 w 1625544"/>
              <a:gd name="connsiteY4" fmla="*/ 0 h 1292721"/>
              <a:gd name="connsiteX0" fmla="*/ 0 w 1609402"/>
              <a:gd name="connsiteY0" fmla="*/ 0 h 1329990"/>
              <a:gd name="connsiteX1" fmla="*/ 1508236 w 1609402"/>
              <a:gd name="connsiteY1" fmla="*/ 0 h 1329990"/>
              <a:gd name="connsiteX2" fmla="*/ 1242228 w 1609402"/>
              <a:gd name="connsiteY2" fmla="*/ 1251890 h 1329990"/>
              <a:gd name="connsiteX3" fmla="*/ 0 w 1609402"/>
              <a:gd name="connsiteY3" fmla="*/ 1085636 h 1329990"/>
              <a:gd name="connsiteX4" fmla="*/ 0 w 1609402"/>
              <a:gd name="connsiteY4" fmla="*/ 0 h 1329990"/>
              <a:gd name="connsiteX0" fmla="*/ 0 w 1629022"/>
              <a:gd name="connsiteY0" fmla="*/ 0 h 1339792"/>
              <a:gd name="connsiteX1" fmla="*/ 1508236 w 1629022"/>
              <a:gd name="connsiteY1" fmla="*/ 0 h 1339792"/>
              <a:gd name="connsiteX2" fmla="*/ 1242228 w 1629022"/>
              <a:gd name="connsiteY2" fmla="*/ 1251890 h 1339792"/>
              <a:gd name="connsiteX3" fmla="*/ 0 w 1629022"/>
              <a:gd name="connsiteY3" fmla="*/ 1085636 h 1339792"/>
              <a:gd name="connsiteX4" fmla="*/ 0 w 1629022"/>
              <a:gd name="connsiteY4" fmla="*/ 0 h 1339792"/>
              <a:gd name="connsiteX0" fmla="*/ 0 w 1658577"/>
              <a:gd name="connsiteY0" fmla="*/ 0 h 1339792"/>
              <a:gd name="connsiteX1" fmla="*/ 1508236 w 1658577"/>
              <a:gd name="connsiteY1" fmla="*/ 0 h 1339792"/>
              <a:gd name="connsiteX2" fmla="*/ 1242228 w 1658577"/>
              <a:gd name="connsiteY2" fmla="*/ 1251890 h 1339792"/>
              <a:gd name="connsiteX3" fmla="*/ 0 w 1658577"/>
              <a:gd name="connsiteY3" fmla="*/ 1085636 h 1339792"/>
              <a:gd name="connsiteX4" fmla="*/ 0 w 1658577"/>
              <a:gd name="connsiteY4" fmla="*/ 0 h 1339792"/>
              <a:gd name="connsiteX0" fmla="*/ 0 w 1658577"/>
              <a:gd name="connsiteY0" fmla="*/ 0 h 1346672"/>
              <a:gd name="connsiteX1" fmla="*/ 1508236 w 1658577"/>
              <a:gd name="connsiteY1" fmla="*/ 0 h 1346672"/>
              <a:gd name="connsiteX2" fmla="*/ 1242228 w 1658577"/>
              <a:gd name="connsiteY2" fmla="*/ 1251890 h 1346672"/>
              <a:gd name="connsiteX3" fmla="*/ 0 w 1658577"/>
              <a:gd name="connsiteY3" fmla="*/ 1085636 h 1346672"/>
              <a:gd name="connsiteX4" fmla="*/ 0 w 1658577"/>
              <a:gd name="connsiteY4" fmla="*/ 0 h 1346672"/>
              <a:gd name="connsiteX0" fmla="*/ 0 w 1658577"/>
              <a:gd name="connsiteY0" fmla="*/ 0 h 1338713"/>
              <a:gd name="connsiteX1" fmla="*/ 1508236 w 1658577"/>
              <a:gd name="connsiteY1" fmla="*/ 0 h 1338713"/>
              <a:gd name="connsiteX2" fmla="*/ 1242228 w 1658577"/>
              <a:gd name="connsiteY2" fmla="*/ 1251890 h 1338713"/>
              <a:gd name="connsiteX3" fmla="*/ 0 w 1658577"/>
              <a:gd name="connsiteY3" fmla="*/ 1085636 h 1338713"/>
              <a:gd name="connsiteX4" fmla="*/ 0 w 1658577"/>
              <a:gd name="connsiteY4" fmla="*/ 0 h 1338713"/>
              <a:gd name="connsiteX0" fmla="*/ 0 w 1658577"/>
              <a:gd name="connsiteY0" fmla="*/ 0 h 1345477"/>
              <a:gd name="connsiteX1" fmla="*/ 1508236 w 1658577"/>
              <a:gd name="connsiteY1" fmla="*/ 0 h 1345477"/>
              <a:gd name="connsiteX2" fmla="*/ 1242228 w 1658577"/>
              <a:gd name="connsiteY2" fmla="*/ 1251890 h 1345477"/>
              <a:gd name="connsiteX3" fmla="*/ 0 w 1658577"/>
              <a:gd name="connsiteY3" fmla="*/ 1085636 h 1345477"/>
              <a:gd name="connsiteX4" fmla="*/ 0 w 1658577"/>
              <a:gd name="connsiteY4" fmla="*/ 0 h 1345477"/>
              <a:gd name="connsiteX0" fmla="*/ 0 w 1667451"/>
              <a:gd name="connsiteY0" fmla="*/ 0 h 1340553"/>
              <a:gd name="connsiteX1" fmla="*/ 1508236 w 1667451"/>
              <a:gd name="connsiteY1" fmla="*/ 0 h 1340553"/>
              <a:gd name="connsiteX2" fmla="*/ 1242228 w 1667451"/>
              <a:gd name="connsiteY2" fmla="*/ 1251890 h 1340553"/>
              <a:gd name="connsiteX3" fmla="*/ 0 w 1667451"/>
              <a:gd name="connsiteY3" fmla="*/ 1085636 h 1340553"/>
              <a:gd name="connsiteX4" fmla="*/ 0 w 1667451"/>
              <a:gd name="connsiteY4" fmla="*/ 0 h 1340553"/>
              <a:gd name="connsiteX0" fmla="*/ 0 w 1661407"/>
              <a:gd name="connsiteY0" fmla="*/ 0 h 1334751"/>
              <a:gd name="connsiteX1" fmla="*/ 1508236 w 1661407"/>
              <a:gd name="connsiteY1" fmla="*/ 0 h 1334751"/>
              <a:gd name="connsiteX2" fmla="*/ 1242228 w 1661407"/>
              <a:gd name="connsiteY2" fmla="*/ 1251890 h 1334751"/>
              <a:gd name="connsiteX3" fmla="*/ 0 w 1661407"/>
              <a:gd name="connsiteY3" fmla="*/ 1085636 h 1334751"/>
              <a:gd name="connsiteX4" fmla="*/ 0 w 1661407"/>
              <a:gd name="connsiteY4" fmla="*/ 0 h 1334751"/>
              <a:gd name="connsiteX0" fmla="*/ 0 w 1667212"/>
              <a:gd name="connsiteY0" fmla="*/ 0 h 1334751"/>
              <a:gd name="connsiteX1" fmla="*/ 1508236 w 1667212"/>
              <a:gd name="connsiteY1" fmla="*/ 0 h 1334751"/>
              <a:gd name="connsiteX2" fmla="*/ 1242228 w 1667212"/>
              <a:gd name="connsiteY2" fmla="*/ 1251890 h 1334751"/>
              <a:gd name="connsiteX3" fmla="*/ 0 w 1667212"/>
              <a:gd name="connsiteY3" fmla="*/ 1085636 h 1334751"/>
              <a:gd name="connsiteX4" fmla="*/ 0 w 1667212"/>
              <a:gd name="connsiteY4" fmla="*/ 0 h 1334751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616803"/>
              <a:gd name="connsiteY0" fmla="*/ 0 h 1085636"/>
              <a:gd name="connsiteX1" fmla="*/ 1508236 w 1616803"/>
              <a:gd name="connsiteY1" fmla="*/ 0 h 1085636"/>
              <a:gd name="connsiteX2" fmla="*/ 0 w 1616803"/>
              <a:gd name="connsiteY2" fmla="*/ 1085636 h 1085636"/>
              <a:gd name="connsiteX3" fmla="*/ 0 w 1616803"/>
              <a:gd name="connsiteY3" fmla="*/ 0 h 1085636"/>
              <a:gd name="connsiteX0" fmla="*/ 0 w 1634334"/>
              <a:gd name="connsiteY0" fmla="*/ 0 h 1085636"/>
              <a:gd name="connsiteX1" fmla="*/ 1508236 w 1634334"/>
              <a:gd name="connsiteY1" fmla="*/ 0 h 1085636"/>
              <a:gd name="connsiteX2" fmla="*/ 0 w 1634334"/>
              <a:gd name="connsiteY2" fmla="*/ 1085636 h 1085636"/>
              <a:gd name="connsiteX3" fmla="*/ 0 w 1634334"/>
              <a:gd name="connsiteY3" fmla="*/ 0 h 1085636"/>
              <a:gd name="connsiteX0" fmla="*/ 0 w 1514357"/>
              <a:gd name="connsiteY0" fmla="*/ 0 h 1085636"/>
              <a:gd name="connsiteX1" fmla="*/ 1508236 w 1514357"/>
              <a:gd name="connsiteY1" fmla="*/ 0 h 1085636"/>
              <a:gd name="connsiteX2" fmla="*/ 0 w 1514357"/>
              <a:gd name="connsiteY2" fmla="*/ 1085636 h 1085636"/>
              <a:gd name="connsiteX3" fmla="*/ 0 w 1514357"/>
              <a:gd name="connsiteY3" fmla="*/ 0 h 1085636"/>
              <a:gd name="connsiteX0" fmla="*/ 0 w 1513093"/>
              <a:gd name="connsiteY0" fmla="*/ 0 h 1222197"/>
              <a:gd name="connsiteX1" fmla="*/ 1508236 w 1513093"/>
              <a:gd name="connsiteY1" fmla="*/ 0 h 1222197"/>
              <a:gd name="connsiteX2" fmla="*/ 0 w 1513093"/>
              <a:gd name="connsiteY2" fmla="*/ 1085636 h 1222197"/>
              <a:gd name="connsiteX3" fmla="*/ 0 w 1513093"/>
              <a:gd name="connsiteY3" fmla="*/ 0 h 1222197"/>
              <a:gd name="connsiteX0" fmla="*/ 0 w 1513094"/>
              <a:gd name="connsiteY0" fmla="*/ 0 h 1170406"/>
              <a:gd name="connsiteX1" fmla="*/ 1508236 w 1513094"/>
              <a:gd name="connsiteY1" fmla="*/ 0 h 1170406"/>
              <a:gd name="connsiteX2" fmla="*/ 0 w 1513094"/>
              <a:gd name="connsiteY2" fmla="*/ 1085636 h 1170406"/>
              <a:gd name="connsiteX3" fmla="*/ 0 w 1513094"/>
              <a:gd name="connsiteY3" fmla="*/ 0 h 1170406"/>
              <a:gd name="connsiteX0" fmla="*/ 0 w 1508236"/>
              <a:gd name="connsiteY0" fmla="*/ 0 h 1275082"/>
              <a:gd name="connsiteX1" fmla="*/ 1508236 w 1508236"/>
              <a:gd name="connsiteY1" fmla="*/ 0 h 1275082"/>
              <a:gd name="connsiteX2" fmla="*/ 0 w 1508236"/>
              <a:gd name="connsiteY2" fmla="*/ 1085636 h 1275082"/>
              <a:gd name="connsiteX3" fmla="*/ 0 w 1508236"/>
              <a:gd name="connsiteY3" fmla="*/ 0 h 1275082"/>
              <a:gd name="connsiteX0" fmla="*/ 0 w 1508236"/>
              <a:gd name="connsiteY0" fmla="*/ 0 h 1116910"/>
              <a:gd name="connsiteX1" fmla="*/ 1508236 w 1508236"/>
              <a:gd name="connsiteY1" fmla="*/ 0 h 1116910"/>
              <a:gd name="connsiteX2" fmla="*/ 0 w 1508236"/>
              <a:gd name="connsiteY2" fmla="*/ 1085636 h 1116910"/>
              <a:gd name="connsiteX3" fmla="*/ 0 w 1508236"/>
              <a:gd name="connsiteY3" fmla="*/ 0 h 1116910"/>
              <a:gd name="connsiteX0" fmla="*/ 0 w 1508236"/>
              <a:gd name="connsiteY0" fmla="*/ 0 h 1085635"/>
              <a:gd name="connsiteX1" fmla="*/ 1508236 w 1508236"/>
              <a:gd name="connsiteY1" fmla="*/ 0 h 1085635"/>
              <a:gd name="connsiteX2" fmla="*/ 0 w 1508236"/>
              <a:gd name="connsiteY2" fmla="*/ 1085636 h 1085635"/>
              <a:gd name="connsiteX3" fmla="*/ 0 w 1508236"/>
              <a:gd name="connsiteY3" fmla="*/ 0 h 108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sp>
        <p:nvSpPr>
          <p:cNvPr id="11" name="矩形 45">
            <a:extLst>
              <a:ext uri="{FF2B5EF4-FFF2-40B4-BE49-F238E27FC236}">
                <a16:creationId xmlns:a16="http://schemas.microsoft.com/office/drawing/2014/main" id="{D34F535E-E564-6217-9D01-360D21391770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10169912" y="5068985"/>
            <a:ext cx="2059088" cy="1798965"/>
          </a:xfrm>
          <a:custGeom>
            <a:avLst/>
            <a:gdLst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1508236 w 1508236"/>
              <a:gd name="connsiteY2" fmla="*/ 1085636 h 1085636"/>
              <a:gd name="connsiteX3" fmla="*/ 0 w 1508236"/>
              <a:gd name="connsiteY3" fmla="*/ 1085636 h 1085636"/>
              <a:gd name="connsiteX4" fmla="*/ 0 w 1508236"/>
              <a:gd name="connsiteY4" fmla="*/ 0 h 1085636"/>
              <a:gd name="connsiteX0" fmla="*/ 0 w 1696765"/>
              <a:gd name="connsiteY0" fmla="*/ 0 h 1221340"/>
              <a:gd name="connsiteX1" fmla="*/ 1508236 w 1696765"/>
              <a:gd name="connsiteY1" fmla="*/ 0 h 1221340"/>
              <a:gd name="connsiteX2" fmla="*/ 1508236 w 1696765"/>
              <a:gd name="connsiteY2" fmla="*/ 1085636 h 1221340"/>
              <a:gd name="connsiteX3" fmla="*/ 0 w 1696765"/>
              <a:gd name="connsiteY3" fmla="*/ 1085636 h 1221340"/>
              <a:gd name="connsiteX4" fmla="*/ 0 w 1696765"/>
              <a:gd name="connsiteY4" fmla="*/ 0 h 1221340"/>
              <a:gd name="connsiteX0" fmla="*/ 0 w 1625544"/>
              <a:gd name="connsiteY0" fmla="*/ 0 h 1292721"/>
              <a:gd name="connsiteX1" fmla="*/ 1508236 w 1625544"/>
              <a:gd name="connsiteY1" fmla="*/ 0 h 1292721"/>
              <a:gd name="connsiteX2" fmla="*/ 1314272 w 1625544"/>
              <a:gd name="connsiteY2" fmla="*/ 1202014 h 1292721"/>
              <a:gd name="connsiteX3" fmla="*/ 0 w 1625544"/>
              <a:gd name="connsiteY3" fmla="*/ 1085636 h 1292721"/>
              <a:gd name="connsiteX4" fmla="*/ 0 w 1625544"/>
              <a:gd name="connsiteY4" fmla="*/ 0 h 1292721"/>
              <a:gd name="connsiteX0" fmla="*/ 0 w 1609402"/>
              <a:gd name="connsiteY0" fmla="*/ 0 h 1329990"/>
              <a:gd name="connsiteX1" fmla="*/ 1508236 w 1609402"/>
              <a:gd name="connsiteY1" fmla="*/ 0 h 1329990"/>
              <a:gd name="connsiteX2" fmla="*/ 1242228 w 1609402"/>
              <a:gd name="connsiteY2" fmla="*/ 1251890 h 1329990"/>
              <a:gd name="connsiteX3" fmla="*/ 0 w 1609402"/>
              <a:gd name="connsiteY3" fmla="*/ 1085636 h 1329990"/>
              <a:gd name="connsiteX4" fmla="*/ 0 w 1609402"/>
              <a:gd name="connsiteY4" fmla="*/ 0 h 1329990"/>
              <a:gd name="connsiteX0" fmla="*/ 0 w 1629022"/>
              <a:gd name="connsiteY0" fmla="*/ 0 h 1339792"/>
              <a:gd name="connsiteX1" fmla="*/ 1508236 w 1629022"/>
              <a:gd name="connsiteY1" fmla="*/ 0 h 1339792"/>
              <a:gd name="connsiteX2" fmla="*/ 1242228 w 1629022"/>
              <a:gd name="connsiteY2" fmla="*/ 1251890 h 1339792"/>
              <a:gd name="connsiteX3" fmla="*/ 0 w 1629022"/>
              <a:gd name="connsiteY3" fmla="*/ 1085636 h 1339792"/>
              <a:gd name="connsiteX4" fmla="*/ 0 w 1629022"/>
              <a:gd name="connsiteY4" fmla="*/ 0 h 1339792"/>
              <a:gd name="connsiteX0" fmla="*/ 0 w 1658577"/>
              <a:gd name="connsiteY0" fmla="*/ 0 h 1339792"/>
              <a:gd name="connsiteX1" fmla="*/ 1508236 w 1658577"/>
              <a:gd name="connsiteY1" fmla="*/ 0 h 1339792"/>
              <a:gd name="connsiteX2" fmla="*/ 1242228 w 1658577"/>
              <a:gd name="connsiteY2" fmla="*/ 1251890 h 1339792"/>
              <a:gd name="connsiteX3" fmla="*/ 0 w 1658577"/>
              <a:gd name="connsiteY3" fmla="*/ 1085636 h 1339792"/>
              <a:gd name="connsiteX4" fmla="*/ 0 w 1658577"/>
              <a:gd name="connsiteY4" fmla="*/ 0 h 1339792"/>
              <a:gd name="connsiteX0" fmla="*/ 0 w 1658577"/>
              <a:gd name="connsiteY0" fmla="*/ 0 h 1346672"/>
              <a:gd name="connsiteX1" fmla="*/ 1508236 w 1658577"/>
              <a:gd name="connsiteY1" fmla="*/ 0 h 1346672"/>
              <a:gd name="connsiteX2" fmla="*/ 1242228 w 1658577"/>
              <a:gd name="connsiteY2" fmla="*/ 1251890 h 1346672"/>
              <a:gd name="connsiteX3" fmla="*/ 0 w 1658577"/>
              <a:gd name="connsiteY3" fmla="*/ 1085636 h 1346672"/>
              <a:gd name="connsiteX4" fmla="*/ 0 w 1658577"/>
              <a:gd name="connsiteY4" fmla="*/ 0 h 1346672"/>
              <a:gd name="connsiteX0" fmla="*/ 0 w 1658577"/>
              <a:gd name="connsiteY0" fmla="*/ 0 h 1338713"/>
              <a:gd name="connsiteX1" fmla="*/ 1508236 w 1658577"/>
              <a:gd name="connsiteY1" fmla="*/ 0 h 1338713"/>
              <a:gd name="connsiteX2" fmla="*/ 1242228 w 1658577"/>
              <a:gd name="connsiteY2" fmla="*/ 1251890 h 1338713"/>
              <a:gd name="connsiteX3" fmla="*/ 0 w 1658577"/>
              <a:gd name="connsiteY3" fmla="*/ 1085636 h 1338713"/>
              <a:gd name="connsiteX4" fmla="*/ 0 w 1658577"/>
              <a:gd name="connsiteY4" fmla="*/ 0 h 1338713"/>
              <a:gd name="connsiteX0" fmla="*/ 0 w 1658577"/>
              <a:gd name="connsiteY0" fmla="*/ 0 h 1345477"/>
              <a:gd name="connsiteX1" fmla="*/ 1508236 w 1658577"/>
              <a:gd name="connsiteY1" fmla="*/ 0 h 1345477"/>
              <a:gd name="connsiteX2" fmla="*/ 1242228 w 1658577"/>
              <a:gd name="connsiteY2" fmla="*/ 1251890 h 1345477"/>
              <a:gd name="connsiteX3" fmla="*/ 0 w 1658577"/>
              <a:gd name="connsiteY3" fmla="*/ 1085636 h 1345477"/>
              <a:gd name="connsiteX4" fmla="*/ 0 w 1658577"/>
              <a:gd name="connsiteY4" fmla="*/ 0 h 1345477"/>
              <a:gd name="connsiteX0" fmla="*/ 0 w 1667451"/>
              <a:gd name="connsiteY0" fmla="*/ 0 h 1340553"/>
              <a:gd name="connsiteX1" fmla="*/ 1508236 w 1667451"/>
              <a:gd name="connsiteY1" fmla="*/ 0 h 1340553"/>
              <a:gd name="connsiteX2" fmla="*/ 1242228 w 1667451"/>
              <a:gd name="connsiteY2" fmla="*/ 1251890 h 1340553"/>
              <a:gd name="connsiteX3" fmla="*/ 0 w 1667451"/>
              <a:gd name="connsiteY3" fmla="*/ 1085636 h 1340553"/>
              <a:gd name="connsiteX4" fmla="*/ 0 w 1667451"/>
              <a:gd name="connsiteY4" fmla="*/ 0 h 1340553"/>
              <a:gd name="connsiteX0" fmla="*/ 0 w 1661407"/>
              <a:gd name="connsiteY0" fmla="*/ 0 h 1334751"/>
              <a:gd name="connsiteX1" fmla="*/ 1508236 w 1661407"/>
              <a:gd name="connsiteY1" fmla="*/ 0 h 1334751"/>
              <a:gd name="connsiteX2" fmla="*/ 1242228 w 1661407"/>
              <a:gd name="connsiteY2" fmla="*/ 1251890 h 1334751"/>
              <a:gd name="connsiteX3" fmla="*/ 0 w 1661407"/>
              <a:gd name="connsiteY3" fmla="*/ 1085636 h 1334751"/>
              <a:gd name="connsiteX4" fmla="*/ 0 w 1661407"/>
              <a:gd name="connsiteY4" fmla="*/ 0 h 1334751"/>
              <a:gd name="connsiteX0" fmla="*/ 0 w 1667212"/>
              <a:gd name="connsiteY0" fmla="*/ 0 h 1334751"/>
              <a:gd name="connsiteX1" fmla="*/ 1508236 w 1667212"/>
              <a:gd name="connsiteY1" fmla="*/ 0 h 1334751"/>
              <a:gd name="connsiteX2" fmla="*/ 1242228 w 1667212"/>
              <a:gd name="connsiteY2" fmla="*/ 1251890 h 1334751"/>
              <a:gd name="connsiteX3" fmla="*/ 0 w 1667212"/>
              <a:gd name="connsiteY3" fmla="*/ 1085636 h 1334751"/>
              <a:gd name="connsiteX4" fmla="*/ 0 w 1667212"/>
              <a:gd name="connsiteY4" fmla="*/ 0 h 1334751"/>
              <a:gd name="connsiteX0" fmla="*/ 0 w 1508236"/>
              <a:gd name="connsiteY0" fmla="*/ 0 h 1085636"/>
              <a:gd name="connsiteX1" fmla="*/ 1508236 w 1508236"/>
              <a:gd name="connsiteY1" fmla="*/ 0 h 1085636"/>
              <a:gd name="connsiteX2" fmla="*/ 0 w 1508236"/>
              <a:gd name="connsiteY2" fmla="*/ 1085636 h 1085636"/>
              <a:gd name="connsiteX3" fmla="*/ 0 w 1508236"/>
              <a:gd name="connsiteY3" fmla="*/ 0 h 1085636"/>
              <a:gd name="connsiteX0" fmla="*/ 0 w 1616803"/>
              <a:gd name="connsiteY0" fmla="*/ 0 h 1085636"/>
              <a:gd name="connsiteX1" fmla="*/ 1508236 w 1616803"/>
              <a:gd name="connsiteY1" fmla="*/ 0 h 1085636"/>
              <a:gd name="connsiteX2" fmla="*/ 0 w 1616803"/>
              <a:gd name="connsiteY2" fmla="*/ 1085636 h 1085636"/>
              <a:gd name="connsiteX3" fmla="*/ 0 w 1616803"/>
              <a:gd name="connsiteY3" fmla="*/ 0 h 1085636"/>
              <a:gd name="connsiteX0" fmla="*/ 0 w 1634334"/>
              <a:gd name="connsiteY0" fmla="*/ 0 h 1085636"/>
              <a:gd name="connsiteX1" fmla="*/ 1508236 w 1634334"/>
              <a:gd name="connsiteY1" fmla="*/ 0 h 1085636"/>
              <a:gd name="connsiteX2" fmla="*/ 0 w 1634334"/>
              <a:gd name="connsiteY2" fmla="*/ 1085636 h 1085636"/>
              <a:gd name="connsiteX3" fmla="*/ 0 w 1634334"/>
              <a:gd name="connsiteY3" fmla="*/ 0 h 1085636"/>
              <a:gd name="connsiteX0" fmla="*/ 0 w 1514357"/>
              <a:gd name="connsiteY0" fmla="*/ 0 h 1085636"/>
              <a:gd name="connsiteX1" fmla="*/ 1508236 w 1514357"/>
              <a:gd name="connsiteY1" fmla="*/ 0 h 1085636"/>
              <a:gd name="connsiteX2" fmla="*/ 0 w 1514357"/>
              <a:gd name="connsiteY2" fmla="*/ 1085636 h 1085636"/>
              <a:gd name="connsiteX3" fmla="*/ 0 w 1514357"/>
              <a:gd name="connsiteY3" fmla="*/ 0 h 1085636"/>
              <a:gd name="connsiteX0" fmla="*/ 0 w 1513093"/>
              <a:gd name="connsiteY0" fmla="*/ 0 h 1222197"/>
              <a:gd name="connsiteX1" fmla="*/ 1508236 w 1513093"/>
              <a:gd name="connsiteY1" fmla="*/ 0 h 1222197"/>
              <a:gd name="connsiteX2" fmla="*/ 0 w 1513093"/>
              <a:gd name="connsiteY2" fmla="*/ 1085636 h 1222197"/>
              <a:gd name="connsiteX3" fmla="*/ 0 w 1513093"/>
              <a:gd name="connsiteY3" fmla="*/ 0 h 1222197"/>
              <a:gd name="connsiteX0" fmla="*/ 0 w 1513094"/>
              <a:gd name="connsiteY0" fmla="*/ 0 h 1170406"/>
              <a:gd name="connsiteX1" fmla="*/ 1508236 w 1513094"/>
              <a:gd name="connsiteY1" fmla="*/ 0 h 1170406"/>
              <a:gd name="connsiteX2" fmla="*/ 0 w 1513094"/>
              <a:gd name="connsiteY2" fmla="*/ 1085636 h 1170406"/>
              <a:gd name="connsiteX3" fmla="*/ 0 w 1513094"/>
              <a:gd name="connsiteY3" fmla="*/ 0 h 1170406"/>
              <a:gd name="connsiteX0" fmla="*/ 0 w 1508236"/>
              <a:gd name="connsiteY0" fmla="*/ 0 h 1275082"/>
              <a:gd name="connsiteX1" fmla="*/ 1508236 w 1508236"/>
              <a:gd name="connsiteY1" fmla="*/ 0 h 1275082"/>
              <a:gd name="connsiteX2" fmla="*/ 0 w 1508236"/>
              <a:gd name="connsiteY2" fmla="*/ 1085636 h 1275082"/>
              <a:gd name="connsiteX3" fmla="*/ 0 w 1508236"/>
              <a:gd name="connsiteY3" fmla="*/ 0 h 1275082"/>
              <a:gd name="connsiteX0" fmla="*/ 0 w 1508236"/>
              <a:gd name="connsiteY0" fmla="*/ 0 h 1116910"/>
              <a:gd name="connsiteX1" fmla="*/ 1508236 w 1508236"/>
              <a:gd name="connsiteY1" fmla="*/ 0 h 1116910"/>
              <a:gd name="connsiteX2" fmla="*/ 0 w 1508236"/>
              <a:gd name="connsiteY2" fmla="*/ 1085636 h 1116910"/>
              <a:gd name="connsiteX3" fmla="*/ 0 w 1508236"/>
              <a:gd name="connsiteY3" fmla="*/ 0 h 1116910"/>
              <a:gd name="connsiteX0" fmla="*/ 0 w 1508236"/>
              <a:gd name="connsiteY0" fmla="*/ 0 h 1085635"/>
              <a:gd name="connsiteX1" fmla="*/ 1508236 w 1508236"/>
              <a:gd name="connsiteY1" fmla="*/ 0 h 1085635"/>
              <a:gd name="connsiteX2" fmla="*/ 0 w 1508236"/>
              <a:gd name="connsiteY2" fmla="*/ 1085636 h 1085635"/>
              <a:gd name="connsiteX3" fmla="*/ 0 w 1508236"/>
              <a:gd name="connsiteY3" fmla="*/ 0 h 1085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8236" h="1085635">
                <a:moveTo>
                  <a:pt x="0" y="0"/>
                </a:moveTo>
                <a:lnTo>
                  <a:pt x="1508236" y="0"/>
                </a:lnTo>
                <a:cubicBezTo>
                  <a:pt x="1091783" y="475398"/>
                  <a:pt x="207599" y="120110"/>
                  <a:pt x="0" y="1085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"/>
              <a:ea typeface="阿里巴巴普惠体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4D5918D-0B78-F6BD-61C7-244FBBA82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CF61B3-FDF9-A39C-96A1-87DE2DBF37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59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3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文级别 1…"/>
          <p:cNvSpPr txBox="1">
            <a:spLocks noGrp="1"/>
          </p:cNvSpPr>
          <p:nvPr>
            <p:ph type="body" idx="1"/>
          </p:nvPr>
        </p:nvSpPr>
        <p:spPr>
          <a:xfrm>
            <a:off x="606531" y="1423348"/>
            <a:ext cx="10972801" cy="478996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252239" y="6372544"/>
            <a:ext cx="330161" cy="3327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60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1190168" y="85060"/>
            <a:ext cx="10002372" cy="89757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pic>
        <p:nvPicPr>
          <p:cNvPr id="8" name="Picture 3" descr="C:\Users\Administrator\Desktop\麦哲思原色.png麦哲思原色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10350265" y="305222"/>
            <a:ext cx="1460783" cy="53788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E2F9ED4-6AED-5FA5-07D2-5EFA0B7B2E4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9" y="6365142"/>
            <a:ext cx="2844497" cy="3167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3235328-46C2-6301-8B7A-55F5098B1176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144" y="6393595"/>
            <a:ext cx="589021" cy="2882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7" r:id="rId4"/>
    <p:sldLayoutId id="2147483656" r:id="rId5"/>
    <p:sldLayoutId id="2147483651" r:id="rId6"/>
    <p:sldLayoutId id="2147483652" r:id="rId7"/>
    <p:sldLayoutId id="2147483654" r:id="rId8"/>
    <p:sldLayoutId id="2147483659" r:id="rId9"/>
  </p:sldLayoutIdLst>
  <p:transition spd="med"/>
  <p:hf hdr="0" ftr="0" dt="0"/>
  <p:txStyles>
    <p:titleStyle>
      <a:lvl1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1" i="0" u="none" strike="noStrike" cap="none" spc="0" baseline="0">
          <a:ln>
            <a:noFill/>
          </a:ln>
          <a:solidFill>
            <a:srgbClr val="00206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宋体" panose="02010600030101010101" pitchFamily="2" charset="-122"/>
        </a:defRPr>
      </a:lvl1pPr>
      <a:lvl2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lvl2pPr>
      <a:lvl3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lvl3pPr>
      <a:lvl4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lvl4pPr>
      <a:lvl5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lvl5pPr>
      <a:lvl6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lvl6pPr>
      <a:lvl7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lvl7pPr>
      <a:lvl8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lvl8pPr>
      <a:lvl9pPr marL="0" marR="0" indent="0" algn="l" defTabSz="121856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700" b="0" i="0" u="none" strike="noStrike" cap="none" spc="0" baseline="0">
          <a:ln>
            <a:noFill/>
          </a:ln>
          <a:solidFill>
            <a:srgbClr val="FFFFFF"/>
          </a:solidFill>
          <a:uFillTx/>
          <a:latin typeface="宋体" panose="02010600030101010101" pitchFamily="2" charset="-122"/>
          <a:ea typeface="宋体" panose="02010600030101010101" pitchFamily="2" charset="-122"/>
          <a:cs typeface="宋体" panose="02010600030101010101" pitchFamily="2" charset="-122"/>
          <a:sym typeface="宋体" panose="02010600030101010101" pitchFamily="2" charset="-122"/>
        </a:defRPr>
      </a:lvl9pPr>
    </p:titleStyle>
    <p:bodyStyle>
      <a:lvl1pPr marL="457200" marR="0" indent="-457200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2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1pPr>
      <a:lvl2pPr marL="1078230" marR="0" indent="-468630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2pPr>
      <a:lvl3pPr marL="1625600" marR="0" indent="-406400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3pPr>
      <a:lvl4pPr marL="2292985" marR="0" indent="-4641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16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4pPr>
      <a:lvl5pPr marL="2902585" marR="0" indent="-4641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1400" b="0" i="0" u="none" strike="noStrike" cap="none" spc="0" baseline="0">
          <a:ln>
            <a:noFill/>
          </a:ln>
          <a:solidFill>
            <a:srgbClr val="000000"/>
          </a:solidFill>
          <a:uFillTx/>
          <a:latin typeface="思源黑体 CN" panose="020B0500000000000000" pitchFamily="34" charset="-122"/>
          <a:ea typeface="思源黑体 CN" panose="020B0500000000000000" pitchFamily="34" charset="-122"/>
          <a:cs typeface="思源黑体 CN" panose="020B0500000000000000" pitchFamily="34" charset="-122"/>
          <a:sym typeface="幼圆"/>
        </a:defRPr>
      </a:lvl5pPr>
      <a:lvl6pPr marL="3423285" marR="0" indent="-3752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幼圆"/>
          <a:ea typeface="幼圆"/>
          <a:cs typeface="幼圆"/>
          <a:sym typeface="幼圆"/>
        </a:defRPr>
      </a:lvl6pPr>
      <a:lvl7pPr marL="4032885" marR="0" indent="-3752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幼圆"/>
          <a:ea typeface="幼圆"/>
          <a:cs typeface="幼圆"/>
          <a:sym typeface="幼圆"/>
        </a:defRPr>
      </a:lvl7pPr>
      <a:lvl8pPr marL="4642485" marR="0" indent="-3752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幼圆"/>
          <a:ea typeface="幼圆"/>
          <a:cs typeface="幼圆"/>
          <a:sym typeface="幼圆"/>
        </a:defRPr>
      </a:lvl8pPr>
      <a:lvl9pPr marL="5252085" marR="0" indent="-375285" algn="l" defTabSz="1218565" rtl="0" eaLnBrk="1" latinLnBrk="0" hangingPunct="1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幼圆"/>
          <a:ea typeface="幼圆"/>
          <a:cs typeface="幼圆"/>
          <a:sym typeface="幼圆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微软雅黑" panose="020B0503020204020204" charset="-122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白话Skill：从零到一 掌握AI技能开发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BBBBB"/>
                </a:solidFill>
                <a:latin typeface="Arial"/>
              </a:rPr>
              <a:t>把经验结构化，让AI学会你的工作方式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EB966"/>
                </a:solidFill>
                <a:latin typeface="Arial"/>
              </a:rPr>
              <a:t>麦哲思 · 白话Skill系列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AI时代的效率杠杆：从"每次教"到"一次教会"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传统方式
重复劳动
Skill方式
永久复用
效率提升
至少10倍
关键收益
经验可传承
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EB966"/>
                </a:solidFill>
                <a:latin typeface="Arial"/>
              </a:rPr>
              <a:t>Phase 01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理解Skill的本质， 是一切开发的前提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Arial"/>
              </a:rPr>
              <a:t>在动手写之前，先搞清楚Skill到底是什么、不是什么？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什么是Skill？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一套指挥Agent与LLM达成特定目标的指令集——岗位说明书，而非口头交代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要素一
一句话触发入口 让AI精准识别意图 命名即定位
要素二
AI判断是否加载 的唯一依据 精准胜过华丽
要素三
精确的操作步骤 可拆分、可执行 步步有标准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Skill vs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Prompt是口头交代，Skill是岗位说明书——从"教"到"指挥"的跃迁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Skill vs 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程序求精确，Skill求智能——一场关于"智能"与"服从"的对话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EB966"/>
                </a:solidFill>
                <a:latin typeface="Arial"/>
              </a:rPr>
              <a:t>Phase 02 · Decision &amp;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不是所有需求 都值得写成Skill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Arial"/>
              </a:rPr>
              <a:t>什么时候该写Skill？用什么流程来开发？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RISD决策框架：四问判断法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四个问题，快速判断是否值得为某个需求编写Skill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5353"/>
                </a:solidFill>
                <a:latin typeface="Arial"/>
              </a:rPr>
              <a:t>RISD法则：重复且信息充分且可拆分且确定的任务，是Skill的最佳候选人。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6个场景：该不该写成Skill？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用RISD框架逐一判断，建立你的"Skill直觉"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① 每日站会纪要
R:每天 ✓ I:有模板 ✓ S:可拆分 ✓ D:有标准 ✓
② 偶尔数据分析
R:不重复 ✗
③ Code Review
R:高频 ✓ I:规范明确 ✓ S:可拆分 ✓ D:标准清晰 ✓
④ 周报撰写
R:每周 ✓ I:数据源固定 ✓ S:步骤清晰 ✓ D:格式固定 ✓
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PROCESS：七步成诗开发法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从无从下手到按部就班——一个系统化的Skill开发流程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5353"/>
                </a:solidFill>
                <a:latin typeface="Arial"/>
              </a:rPr>
              <a:t>记住PROCESS，就是记住从Plan到Sanity的每一步都不可或缺。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Step 1-2：目标锁定与输入边界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先定边界再动手——最被低估的两步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Step 1 · Plan
Step 2 · Requirements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Step 3-4：步骤拆解与能力定义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确定"做什么"和"能做什么"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Step 3 · Operations
Step 4 · Capabilities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Step 5-7：验收→编写→调试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从标准到代码到验证——最后一公里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Step 5 · Evaluation
定义验收标准： 
          • 成功的输出长什么样 
          • 失败的边界在哪里 
          • 可量化的检查点
Step 6 · Script
编写结构化脚本： 
          • 先搭骨架再填肉 
          • 分步骤、带注释 
          • 每一步有独立校验
Step 7 · Sanity
测试与迭代： 
          • 正案例测试→正常输入 
          • 负案例测试→异常输入 
          • 边角案例测试→极端输入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EB966"/>
                </a:solidFill>
                <a:latin typeface="Arial"/>
              </a:rPr>
              <a:t>Phase 03 · Success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好的Skill不是写出来的， 是打磨出来的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Arial"/>
              </a:rPr>
              <a:t>16条核心原则，让你的Skill从"能用"到"好用"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接口与容错原则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面向未来的设计——经得起变化、容得下错误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测试与性能原则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可验证的质量——每一步都可以被检查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AI调用稳定性原则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让AI稳定输出——而不是"有时候好，有时候差"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约束与迭代原则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Skill的生命力在于持续进化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动手做，第一个Skill是最好的老师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第一步
找一个高频 重复做的事情 用RISD判断是否值得
第二步
Plan→Requirements →Operations→... 按七步法走一遍
第三步
测试→反馈→迭代 发布出去 让更多人用起来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EB966"/>
                </a:solidFill>
                <a:latin typeface="Arial"/>
              </a:rPr>
              <a:t>Phase 04 ·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好的Skill不是理论， 是经得起检验的实践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Arial"/>
              </a:rPr>
              <a:t>以 bug-fixer 和 refactor-22 为例，看优秀Skill的共同特质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bug-fixer：系统性Bug修复专家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从"一刀切"到"分诊 + 7条专用路径 + 全局原则"的架构升级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核心架构
分诊层 ：问题类型自动分流 
             7条修复路径 ：A崩溃 B数据 B+需求 D性能 E并发 F环境 G构建 
             5项全局能力 ：三次法则、橡皮鸭复述、假设验证、结构化输入、经验沉淀
7条全局原则
① 不打补丁——A/B双重修复，现象+根因 
            ② 先见红——无证据不修改，测试先行 
            ③ 系统性——修一个、扫一类 
            ④ 两方案——设计选择必须对比 
            ⑤ 自我批判——每步检查是否过度工程 
            ⑥ 先沟通——不确定时先问再动手 
            ⑦ 经验沉淀——YAML格式结构化记录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2060"/>
                </a:solidFill>
                <a:latin typeface="Arial"/>
              </a:rPr>
              <a:t>refactor-22：22种代码坏味道自动识别与重构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35353"/>
                </a:solidFill>
                <a:latin typeface="Arial"/>
              </a:rPr>
              <a:t>对标 Martin Fowler《重构》第二版，全库扫描 → 优先级排序 → 逐项修复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35353"/>
                </a:solidFill>
                <a:latin typeface="Arial"/>
              </a:rPr>
              <a:t>F1-F7 高优先级
重复代码 → Extract Method 
          过长函数 → Extract / Replace Temp 
          过大的类 → Extract Class 
          过长参数列 → Parameter Object 
          霰弹式修改 → Move Method
F8-F15 中优先级
数据泥团 → Extract Class 
          基本类型偏执 → Replace with Object 
          Switch语句 → 多态替换 
          拒绝的遗赠 → Replace Subclass 
          中间人 → Remove Middle Man
F16-F22 低优先级
全局数据 → Encapsulate Variable 
          可变数据 → Split Variable 
          循环语句 → Replace with Pipeline 
          冗赘的元素 → Inline Class 
          夸夸其谈通用性 → Collapse Hierarchy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AAAA"/>
                </a:solidFill>
                <a:latin typeface="Arial"/>
              </a:rPr>
              <a:t>麦哲思 · 白话Skill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09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Arial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麦哲思PPT模版2025-3" id="{81CE558B-FB8F-4BD3-BD3A-23BB76073D2B}" vid="{FBE8A0AA-EAD4-446E-9809-74B057997C6B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 panose="020F0502020204030204"/>
            <a:ea typeface="Calibri" panose="020F0502020204030204"/>
            <a:cs typeface="Calibri" panose="020F0502020204030204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355</Words>
  <Application>Microsoft Office PowerPoint</Application>
  <PresentationFormat>宽屏</PresentationFormat>
  <Paragraphs>110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阿里巴巴普惠体</vt:lpstr>
      <vt:lpstr>思源黑体 CN</vt:lpstr>
      <vt:lpstr>思源黑体 CN Heavy</vt:lpstr>
      <vt:lpstr>思源黑体 CN Medium</vt:lpstr>
      <vt:lpstr>宋体</vt:lpstr>
      <vt:lpstr>微软雅黑</vt:lpstr>
      <vt:lpstr>幼圆</vt:lpstr>
      <vt:lpstr>Arial</vt:lpstr>
      <vt:lpstr>Calibri</vt:lpstr>
      <vt:lpstr>Times New Roman</vt:lpstr>
      <vt:lpstr>Office 主题​​</vt:lpstr>
      <vt:lpstr>咨询项目的管理方法</vt:lpstr>
      <vt:lpstr>任甲林先生简介</vt:lpstr>
      <vt:lpstr>PowerPoint 演示文稿</vt:lpstr>
      <vt:lpstr>PowerPoint 演示文稿</vt:lpstr>
      <vt:lpstr>咨询项目的生命周期模型</vt:lpstr>
      <vt:lpstr>讨论</vt:lpstr>
      <vt:lpstr>法则7：宏观与微观兼顾</vt:lpstr>
      <vt:lpstr>问题单案例分享</vt:lpstr>
      <vt:lpstr>感谢您的耐心观看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xianglong sun</dc:creator>
  <cp:lastModifiedBy>xianglong sun</cp:lastModifiedBy>
  <cp:revision>3</cp:revision>
  <dcterms:created xsi:type="dcterms:W3CDTF">2025-02-27T04:17:49Z</dcterms:created>
  <dcterms:modified xsi:type="dcterms:W3CDTF">2025-02-28T00:50:33Z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