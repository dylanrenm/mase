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1271" r:id="rId4"/>
    <p:sldId id="1272" r:id="rId10"/>
    <p:sldId id="1273" r:id="rId11"/>
    <p:sldId id="1274" r:id="rId12"/>
    <p:sldId id="1275" r:id="rId13"/>
    <p:sldId id="1276" r:id="rId14"/>
    <p:sldId id="1277" r:id="rId15"/>
    <p:sldId id="1278" r:id="rId16"/>
    <p:sldId id="1279" r:id="rId17"/>
    <p:sldId id="1280" r:id="rId18"/>
    <p:sldId id="1281" r:id="rId19"/>
    <p:sldId id="1282" r:id="rId20"/>
    <p:sldId id="1283" r:id="rId21"/>
    <p:sldId id="1284" r:id="rId22"/>
    <p:sldId id="1285" r:id="rId23"/>
    <p:sldId id="1286" r:id="rId24"/>
    <p:sldId id="1287" r:id="rId25"/>
    <p:sldId id="1288" r:id="rId26"/>
    <p:sldId id="1289" r:id="rId27"/>
    <p:sldId id="1290" r:id="rId28"/>
    <p:sldId id="1291" r:id="rId29"/>
    <p:sldId id="1292" r:id="rId30"/>
    <p:sldId id="1293" r:id="rId31"/>
    <p:sldId id="1294" r:id="rId32"/>
    <p:sldId id="1295" r:id="rId33"/>
    <p:sldId id="1296" r:id="rId34"/>
    <p:sldId id="1297" r:id="rId35"/>
    <p:sldId id="1298" r:id="rId36"/>
    <p:sldId id="1299" r:id="rId37"/>
    <p:sldId id="1300" r:id="rId38"/>
    <p:sldId id="1301" r:id="rId39"/>
    <p:sldId id="1302" r:id="rId40"/>
    <p:sldId id="1303" r:id="rId41"/>
    <p:sldId id="1304" r:id="rId42"/>
    <p:sldId id="1305" r:id="rId43"/>
    <p:sldId id="1306" r:id="rId44"/>
    <p:sldId id="1307" r:id="rId45"/>
    <p:sldId id="1308" r:id="rId46"/>
    <p:sldId id="1309" r:id="rId47"/>
    <p:sldId id="1310" r:id="rId48"/>
    <p:sldId id="1311" r:id="rId49"/>
    <p:sldId id="1312" r:id="rId50"/>
    <p:sldId id="1313" r:id="rId51"/>
    <p:sldId id="1314" r:id="rId52"/>
    <p:sldId id="1315" r:id="rId53"/>
    <p:sldId id="1316" r:id="rId54"/>
    <p:sldId id="1317" r:id="rId55"/>
    <p:sldId id="1318" r:id="rId56"/>
    <p:sldId id="1319" r:id="rId5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FEF2"/>
    <a:srgbClr val="0D8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82197"/>
  </p:normalViewPr>
  <p:slideViewPr>
    <p:cSldViewPr snapToGrid="0" snapToObjects="1" showGuides="1">
      <p:cViewPr varScale="1">
        <p:scale>
          <a:sx n="128" d="100"/>
          <a:sy n="128" d="100"/>
        </p:scale>
        <p:origin x="320" y="176"/>
      </p:cViewPr>
      <p:guideLst>
        <p:guide orient="horz" pos="2160"/>
        <p:guide pos="383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6" d="100"/>
          <a:sy n="86" d="100"/>
        </p:scale>
        <p:origin x="2720" y="21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C3033-EFEB-E545-AF96-23FCF7AAD5C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C842D-BD05-884D-A95C-E1EF69DF12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 panose="020B0604020202090204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 panose="020B0604020202090204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 panose="020B0604020202090204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 panose="020B0604020202090204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 panose="020B0604020202090204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 panose="020B0604020202090204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 panose="020B0604020202090204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 panose="020B0604020202090204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 panose="020B060402020209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文本"/>
          <p:cNvSpPr txBox="1">
            <a:spLocks noGrp="1"/>
          </p:cNvSpPr>
          <p:nvPr>
            <p:ph type="title"/>
          </p:nvPr>
        </p:nvSpPr>
        <p:spPr>
          <a:xfrm>
            <a:off x="914400" y="2401441"/>
            <a:ext cx="10363200" cy="1470026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5200">
                <a:solidFill>
                  <a:schemeClr val="accent4">
                    <a:lumMod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7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828800" y="5326695"/>
            <a:ext cx="8534400" cy="74234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1218565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 panose="020B0604020202090204"/>
              <a:buNone/>
              <a:defRPr sz="2200" b="1" i="0" u="none" strike="noStrike" cap="none" spc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幼圆"/>
              </a:defRPr>
            </a:lvl1pPr>
            <a:lvl2pPr marL="0" indent="609600" algn="ctr">
              <a:spcBef>
                <a:spcPts val="500"/>
              </a:spcBef>
              <a:buSzTx/>
              <a:buFontTx/>
              <a:buNone/>
              <a:defRPr sz="2400">
                <a:latin typeface="宋体" pitchFamily="2" charset="-122"/>
                <a:ea typeface="宋体" pitchFamily="2" charset="-122"/>
                <a:cs typeface="宋体" pitchFamily="2" charset="-122"/>
                <a:sym typeface="宋体" pitchFamily="2" charset="-122"/>
              </a:defRPr>
            </a:lvl2pPr>
            <a:lvl3pPr marL="0" indent="1219200" algn="ctr">
              <a:spcBef>
                <a:spcPts val="500"/>
              </a:spcBef>
              <a:buSzTx/>
              <a:buFontTx/>
              <a:buNone/>
              <a:defRPr sz="2400">
                <a:latin typeface="宋体" pitchFamily="2" charset="-122"/>
                <a:ea typeface="宋体" pitchFamily="2" charset="-122"/>
                <a:cs typeface="宋体" pitchFamily="2" charset="-122"/>
                <a:sym typeface="宋体" pitchFamily="2" charset="-122"/>
              </a:defRPr>
            </a:lvl3pPr>
            <a:lvl4pPr marL="0" indent="1828800" algn="ctr">
              <a:spcBef>
                <a:spcPts val="500"/>
              </a:spcBef>
              <a:buSzTx/>
              <a:buFontTx/>
              <a:buNone/>
              <a:defRPr sz="2400">
                <a:latin typeface="宋体" pitchFamily="2" charset="-122"/>
                <a:ea typeface="宋体" pitchFamily="2" charset="-122"/>
                <a:cs typeface="宋体" pitchFamily="2" charset="-122"/>
                <a:sym typeface="宋体" pitchFamily="2" charset="-122"/>
              </a:defRPr>
            </a:lvl4pPr>
            <a:lvl5pPr marL="0" indent="2438400" algn="ctr">
              <a:spcBef>
                <a:spcPts val="500"/>
              </a:spcBef>
              <a:buSzTx/>
              <a:buFontTx/>
              <a:buNone/>
              <a:defRPr sz="2400">
                <a:latin typeface="宋体" pitchFamily="2" charset="-122"/>
                <a:ea typeface="宋体" pitchFamily="2" charset="-122"/>
                <a:cs typeface="宋体" pitchFamily="2" charset="-122"/>
                <a:sym typeface="宋体" pitchFamily="2" charset="-122"/>
              </a:defRPr>
            </a:lvl5pPr>
          </a:lstStyle>
          <a:p>
            <a:r>
              <a:rPr lang="zh-CN" altLang="en-US" dirty="0"/>
              <a:t>麦哲思科技（北京）有限公司</a:t>
            </a:r>
            <a:endParaRPr lang="zh-CN" altLang="en-US" dirty="0"/>
          </a:p>
        </p:txBody>
      </p:sp>
      <p:pic>
        <p:nvPicPr>
          <p:cNvPr id="21" name="Picture 3" descr="C:\Users\Administrator\Desktop\麦哲思原色.png麦哲思原色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48646" y="124864"/>
            <a:ext cx="1803907" cy="6640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矩形 45"/>
          <p:cNvSpPr>
            <a:spLocks noChangeAspect="1"/>
          </p:cNvSpPr>
          <p:nvPr userDrawn="1"/>
        </p:nvSpPr>
        <p:spPr>
          <a:xfrm>
            <a:off x="-6003" y="56137"/>
            <a:ext cx="1112458" cy="2335353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-1" fmla="*/ 0 w 1696765"/>
              <a:gd name="connsiteY0-2" fmla="*/ 0 h 1221340"/>
              <a:gd name="connsiteX1-3" fmla="*/ 1508236 w 1696765"/>
              <a:gd name="connsiteY1-4" fmla="*/ 0 h 1221340"/>
              <a:gd name="connsiteX2-5" fmla="*/ 1508236 w 1696765"/>
              <a:gd name="connsiteY2-6" fmla="*/ 1085636 h 1221340"/>
              <a:gd name="connsiteX3-7" fmla="*/ 0 w 1696765"/>
              <a:gd name="connsiteY3-8" fmla="*/ 1085636 h 1221340"/>
              <a:gd name="connsiteX4-9" fmla="*/ 0 w 1696765"/>
              <a:gd name="connsiteY4-10" fmla="*/ 0 h 1221340"/>
              <a:gd name="connsiteX0-11" fmla="*/ 0 w 1625544"/>
              <a:gd name="connsiteY0-12" fmla="*/ 0 h 1292721"/>
              <a:gd name="connsiteX1-13" fmla="*/ 1508236 w 1625544"/>
              <a:gd name="connsiteY1-14" fmla="*/ 0 h 1292721"/>
              <a:gd name="connsiteX2-15" fmla="*/ 1314272 w 1625544"/>
              <a:gd name="connsiteY2-16" fmla="*/ 1202014 h 1292721"/>
              <a:gd name="connsiteX3-17" fmla="*/ 0 w 1625544"/>
              <a:gd name="connsiteY3-18" fmla="*/ 1085636 h 1292721"/>
              <a:gd name="connsiteX4-19" fmla="*/ 0 w 1625544"/>
              <a:gd name="connsiteY4-20" fmla="*/ 0 h 1292721"/>
              <a:gd name="connsiteX0-21" fmla="*/ 0 w 1609402"/>
              <a:gd name="connsiteY0-22" fmla="*/ 0 h 1329990"/>
              <a:gd name="connsiteX1-23" fmla="*/ 1508236 w 1609402"/>
              <a:gd name="connsiteY1-24" fmla="*/ 0 h 1329990"/>
              <a:gd name="connsiteX2-25" fmla="*/ 1242228 w 1609402"/>
              <a:gd name="connsiteY2-26" fmla="*/ 1251890 h 1329990"/>
              <a:gd name="connsiteX3-27" fmla="*/ 0 w 1609402"/>
              <a:gd name="connsiteY3-28" fmla="*/ 1085636 h 1329990"/>
              <a:gd name="connsiteX4-29" fmla="*/ 0 w 1609402"/>
              <a:gd name="connsiteY4-30" fmla="*/ 0 h 1329990"/>
              <a:gd name="connsiteX0-31" fmla="*/ 0 w 1629022"/>
              <a:gd name="connsiteY0-32" fmla="*/ 0 h 1339792"/>
              <a:gd name="connsiteX1-33" fmla="*/ 1508236 w 1629022"/>
              <a:gd name="connsiteY1-34" fmla="*/ 0 h 1339792"/>
              <a:gd name="connsiteX2-35" fmla="*/ 1242228 w 1629022"/>
              <a:gd name="connsiteY2-36" fmla="*/ 1251890 h 1339792"/>
              <a:gd name="connsiteX3-37" fmla="*/ 0 w 1629022"/>
              <a:gd name="connsiteY3-38" fmla="*/ 1085636 h 1339792"/>
              <a:gd name="connsiteX4-39" fmla="*/ 0 w 1629022"/>
              <a:gd name="connsiteY4-40" fmla="*/ 0 h 1339792"/>
              <a:gd name="connsiteX0-41" fmla="*/ 0 w 1658577"/>
              <a:gd name="connsiteY0-42" fmla="*/ 0 h 1339792"/>
              <a:gd name="connsiteX1-43" fmla="*/ 1508236 w 1658577"/>
              <a:gd name="connsiteY1-44" fmla="*/ 0 h 1339792"/>
              <a:gd name="connsiteX2-45" fmla="*/ 1242228 w 1658577"/>
              <a:gd name="connsiteY2-46" fmla="*/ 1251890 h 1339792"/>
              <a:gd name="connsiteX3-47" fmla="*/ 0 w 1658577"/>
              <a:gd name="connsiteY3-48" fmla="*/ 1085636 h 1339792"/>
              <a:gd name="connsiteX4-49" fmla="*/ 0 w 1658577"/>
              <a:gd name="connsiteY4-50" fmla="*/ 0 h 1339792"/>
              <a:gd name="connsiteX0-51" fmla="*/ 0 w 1658577"/>
              <a:gd name="connsiteY0-52" fmla="*/ 0 h 1346672"/>
              <a:gd name="connsiteX1-53" fmla="*/ 1508236 w 1658577"/>
              <a:gd name="connsiteY1-54" fmla="*/ 0 h 1346672"/>
              <a:gd name="connsiteX2-55" fmla="*/ 1242228 w 1658577"/>
              <a:gd name="connsiteY2-56" fmla="*/ 1251890 h 1346672"/>
              <a:gd name="connsiteX3-57" fmla="*/ 0 w 1658577"/>
              <a:gd name="connsiteY3-58" fmla="*/ 1085636 h 1346672"/>
              <a:gd name="connsiteX4-59" fmla="*/ 0 w 1658577"/>
              <a:gd name="connsiteY4-60" fmla="*/ 0 h 1346672"/>
              <a:gd name="connsiteX0-61" fmla="*/ 0 w 1658577"/>
              <a:gd name="connsiteY0-62" fmla="*/ 0 h 1338713"/>
              <a:gd name="connsiteX1-63" fmla="*/ 1508236 w 1658577"/>
              <a:gd name="connsiteY1-64" fmla="*/ 0 h 1338713"/>
              <a:gd name="connsiteX2-65" fmla="*/ 1242228 w 1658577"/>
              <a:gd name="connsiteY2-66" fmla="*/ 1251890 h 1338713"/>
              <a:gd name="connsiteX3-67" fmla="*/ 0 w 1658577"/>
              <a:gd name="connsiteY3-68" fmla="*/ 1085636 h 1338713"/>
              <a:gd name="connsiteX4-69" fmla="*/ 0 w 1658577"/>
              <a:gd name="connsiteY4-70" fmla="*/ 0 h 1338713"/>
              <a:gd name="connsiteX0-71" fmla="*/ 0 w 1658577"/>
              <a:gd name="connsiteY0-72" fmla="*/ 0 h 1345477"/>
              <a:gd name="connsiteX1-73" fmla="*/ 1508236 w 1658577"/>
              <a:gd name="connsiteY1-74" fmla="*/ 0 h 1345477"/>
              <a:gd name="connsiteX2-75" fmla="*/ 1242228 w 1658577"/>
              <a:gd name="connsiteY2-76" fmla="*/ 1251890 h 1345477"/>
              <a:gd name="connsiteX3-77" fmla="*/ 0 w 1658577"/>
              <a:gd name="connsiteY3-78" fmla="*/ 1085636 h 1345477"/>
              <a:gd name="connsiteX4-79" fmla="*/ 0 w 1658577"/>
              <a:gd name="connsiteY4-80" fmla="*/ 0 h 1345477"/>
              <a:gd name="connsiteX0-81" fmla="*/ 0 w 1667451"/>
              <a:gd name="connsiteY0-82" fmla="*/ 0 h 1340553"/>
              <a:gd name="connsiteX1-83" fmla="*/ 1508236 w 1667451"/>
              <a:gd name="connsiteY1-84" fmla="*/ 0 h 1340553"/>
              <a:gd name="connsiteX2-85" fmla="*/ 1242228 w 1667451"/>
              <a:gd name="connsiteY2-86" fmla="*/ 1251890 h 1340553"/>
              <a:gd name="connsiteX3-87" fmla="*/ 0 w 1667451"/>
              <a:gd name="connsiteY3-88" fmla="*/ 1085636 h 1340553"/>
              <a:gd name="connsiteX4-89" fmla="*/ 0 w 1667451"/>
              <a:gd name="connsiteY4-90" fmla="*/ 0 h 1340553"/>
              <a:gd name="connsiteX0-91" fmla="*/ 0 w 1661407"/>
              <a:gd name="connsiteY0-92" fmla="*/ 0 h 1334751"/>
              <a:gd name="connsiteX1-93" fmla="*/ 1508236 w 1661407"/>
              <a:gd name="connsiteY1-94" fmla="*/ 0 h 1334751"/>
              <a:gd name="connsiteX2-95" fmla="*/ 1242228 w 1661407"/>
              <a:gd name="connsiteY2-96" fmla="*/ 1251890 h 1334751"/>
              <a:gd name="connsiteX3-97" fmla="*/ 0 w 1661407"/>
              <a:gd name="connsiteY3-98" fmla="*/ 1085636 h 1334751"/>
              <a:gd name="connsiteX4-99" fmla="*/ 0 w 1661407"/>
              <a:gd name="connsiteY4-100" fmla="*/ 0 h 1334751"/>
              <a:gd name="connsiteX0-101" fmla="*/ 0 w 1667212"/>
              <a:gd name="connsiteY0-102" fmla="*/ 0 h 1334751"/>
              <a:gd name="connsiteX1-103" fmla="*/ 1508236 w 1667212"/>
              <a:gd name="connsiteY1-104" fmla="*/ 0 h 1334751"/>
              <a:gd name="connsiteX2-105" fmla="*/ 1242228 w 1667212"/>
              <a:gd name="connsiteY2-106" fmla="*/ 1251890 h 1334751"/>
              <a:gd name="connsiteX3-107" fmla="*/ 0 w 1667212"/>
              <a:gd name="connsiteY3-108" fmla="*/ 1085636 h 1334751"/>
              <a:gd name="connsiteX4-109" fmla="*/ 0 w 1667212"/>
              <a:gd name="connsiteY4-110" fmla="*/ 0 h 1334751"/>
              <a:gd name="connsiteX0-111" fmla="*/ 0 w 1508236"/>
              <a:gd name="connsiteY0-112" fmla="*/ 0 h 1085636"/>
              <a:gd name="connsiteX1-113" fmla="*/ 1508236 w 1508236"/>
              <a:gd name="connsiteY1-114" fmla="*/ 0 h 1085636"/>
              <a:gd name="connsiteX2-115" fmla="*/ 0 w 1508236"/>
              <a:gd name="connsiteY2-116" fmla="*/ 1085636 h 1085636"/>
              <a:gd name="connsiteX3-117" fmla="*/ 0 w 1508236"/>
              <a:gd name="connsiteY3-118" fmla="*/ 0 h 1085636"/>
              <a:gd name="connsiteX0-119" fmla="*/ 0 w 1616803"/>
              <a:gd name="connsiteY0-120" fmla="*/ 0 h 1085636"/>
              <a:gd name="connsiteX1-121" fmla="*/ 1508236 w 1616803"/>
              <a:gd name="connsiteY1-122" fmla="*/ 0 h 1085636"/>
              <a:gd name="connsiteX2-123" fmla="*/ 0 w 1616803"/>
              <a:gd name="connsiteY2-124" fmla="*/ 1085636 h 1085636"/>
              <a:gd name="connsiteX3-125" fmla="*/ 0 w 1616803"/>
              <a:gd name="connsiteY3-126" fmla="*/ 0 h 1085636"/>
              <a:gd name="connsiteX0-127" fmla="*/ 0 w 1634334"/>
              <a:gd name="connsiteY0-128" fmla="*/ 0 h 1085636"/>
              <a:gd name="connsiteX1-129" fmla="*/ 1508236 w 1634334"/>
              <a:gd name="connsiteY1-130" fmla="*/ 0 h 1085636"/>
              <a:gd name="connsiteX2-131" fmla="*/ 0 w 1634334"/>
              <a:gd name="connsiteY2-132" fmla="*/ 1085636 h 1085636"/>
              <a:gd name="connsiteX3-133" fmla="*/ 0 w 1634334"/>
              <a:gd name="connsiteY3-134" fmla="*/ 0 h 1085636"/>
              <a:gd name="connsiteX0-135" fmla="*/ 0 w 1514357"/>
              <a:gd name="connsiteY0-136" fmla="*/ 0 h 1085636"/>
              <a:gd name="connsiteX1-137" fmla="*/ 1508236 w 1514357"/>
              <a:gd name="connsiteY1-138" fmla="*/ 0 h 1085636"/>
              <a:gd name="connsiteX2-139" fmla="*/ 0 w 1514357"/>
              <a:gd name="connsiteY2-140" fmla="*/ 1085636 h 1085636"/>
              <a:gd name="connsiteX3-141" fmla="*/ 0 w 1514357"/>
              <a:gd name="connsiteY3-142" fmla="*/ 0 h 1085636"/>
              <a:gd name="connsiteX0-143" fmla="*/ 0 w 1513093"/>
              <a:gd name="connsiteY0-144" fmla="*/ 0 h 1222197"/>
              <a:gd name="connsiteX1-145" fmla="*/ 1508236 w 1513093"/>
              <a:gd name="connsiteY1-146" fmla="*/ 0 h 1222197"/>
              <a:gd name="connsiteX2-147" fmla="*/ 0 w 1513093"/>
              <a:gd name="connsiteY2-148" fmla="*/ 1085636 h 1222197"/>
              <a:gd name="connsiteX3-149" fmla="*/ 0 w 1513093"/>
              <a:gd name="connsiteY3-150" fmla="*/ 0 h 1222197"/>
              <a:gd name="connsiteX0-151" fmla="*/ 0 w 1513094"/>
              <a:gd name="connsiteY0-152" fmla="*/ 0 h 1170406"/>
              <a:gd name="connsiteX1-153" fmla="*/ 1508236 w 1513094"/>
              <a:gd name="connsiteY1-154" fmla="*/ 0 h 1170406"/>
              <a:gd name="connsiteX2-155" fmla="*/ 0 w 1513094"/>
              <a:gd name="connsiteY2-156" fmla="*/ 1085636 h 1170406"/>
              <a:gd name="connsiteX3-157" fmla="*/ 0 w 1513094"/>
              <a:gd name="connsiteY3-158" fmla="*/ 0 h 1170406"/>
              <a:gd name="connsiteX0-159" fmla="*/ 0 w 1508236"/>
              <a:gd name="connsiteY0-160" fmla="*/ 0 h 1275082"/>
              <a:gd name="connsiteX1-161" fmla="*/ 1508236 w 1508236"/>
              <a:gd name="connsiteY1-162" fmla="*/ 0 h 1275082"/>
              <a:gd name="connsiteX2-163" fmla="*/ 0 w 1508236"/>
              <a:gd name="connsiteY2-164" fmla="*/ 1085636 h 1275082"/>
              <a:gd name="connsiteX3-165" fmla="*/ 0 w 1508236"/>
              <a:gd name="connsiteY3-166" fmla="*/ 0 h 1275082"/>
              <a:gd name="connsiteX0-167" fmla="*/ 0 w 1508236"/>
              <a:gd name="connsiteY0-168" fmla="*/ 0 h 1116910"/>
              <a:gd name="connsiteX1-169" fmla="*/ 1508236 w 1508236"/>
              <a:gd name="connsiteY1-170" fmla="*/ 0 h 1116910"/>
              <a:gd name="connsiteX2-171" fmla="*/ 0 w 1508236"/>
              <a:gd name="connsiteY2-172" fmla="*/ 1085636 h 1116910"/>
              <a:gd name="connsiteX3-173" fmla="*/ 0 w 1508236"/>
              <a:gd name="connsiteY3-174" fmla="*/ 0 h 1116910"/>
              <a:gd name="connsiteX0-175" fmla="*/ 0 w 1508236"/>
              <a:gd name="connsiteY0-176" fmla="*/ 0 h 1085635"/>
              <a:gd name="connsiteX1-177" fmla="*/ 1508236 w 1508236"/>
              <a:gd name="connsiteY1-178" fmla="*/ 0 h 1085635"/>
              <a:gd name="connsiteX2-179" fmla="*/ 0 w 1508236"/>
              <a:gd name="connsiteY2-180" fmla="*/ 1085636 h 1085635"/>
              <a:gd name="connsiteX3-181" fmla="*/ 0 w 1508236"/>
              <a:gd name="connsiteY3-182" fmla="*/ 0 h 1085635"/>
              <a:gd name="connsiteX0-183" fmla="*/ 0 w 1508236"/>
              <a:gd name="connsiteY0-184" fmla="*/ 0 h 1085636"/>
              <a:gd name="connsiteX1-185" fmla="*/ 1508236 w 1508236"/>
              <a:gd name="connsiteY1-186" fmla="*/ 0 h 1085636"/>
              <a:gd name="connsiteX2-187" fmla="*/ 0 w 1508236"/>
              <a:gd name="connsiteY2-188" fmla="*/ 1085636 h 1085636"/>
              <a:gd name="connsiteX3-189" fmla="*/ 0 w 1508236"/>
              <a:gd name="connsiteY3-190" fmla="*/ 0 h 1085636"/>
              <a:gd name="connsiteX0-191" fmla="*/ 0 w 1521815"/>
              <a:gd name="connsiteY0-192" fmla="*/ 0 h 1085636"/>
              <a:gd name="connsiteX1-193" fmla="*/ 1508236 w 1521815"/>
              <a:gd name="connsiteY1-194" fmla="*/ 0 h 1085636"/>
              <a:gd name="connsiteX2-195" fmla="*/ 0 w 1521815"/>
              <a:gd name="connsiteY2-196" fmla="*/ 1085636 h 1085636"/>
              <a:gd name="connsiteX3-197" fmla="*/ 0 w 1521815"/>
              <a:gd name="connsiteY3-198" fmla="*/ 0 h 1085636"/>
              <a:gd name="connsiteX0-199" fmla="*/ 0 w 1883667"/>
              <a:gd name="connsiteY0-200" fmla="*/ 0 h 1085636"/>
              <a:gd name="connsiteX1-201" fmla="*/ 1508236 w 1883667"/>
              <a:gd name="connsiteY1-202" fmla="*/ 0 h 1085636"/>
              <a:gd name="connsiteX2-203" fmla="*/ 0 w 1883667"/>
              <a:gd name="connsiteY2-204" fmla="*/ 1085636 h 1085636"/>
              <a:gd name="connsiteX3-205" fmla="*/ 0 w 1883667"/>
              <a:gd name="connsiteY3-206" fmla="*/ 0 h 1085636"/>
              <a:gd name="connsiteX0-207" fmla="*/ 0 w 1680708"/>
              <a:gd name="connsiteY0-208" fmla="*/ 0 h 1085636"/>
              <a:gd name="connsiteX1-209" fmla="*/ 1508236 w 1680708"/>
              <a:gd name="connsiteY1-210" fmla="*/ 0 h 1085636"/>
              <a:gd name="connsiteX2-211" fmla="*/ 0 w 1680708"/>
              <a:gd name="connsiteY2-212" fmla="*/ 1085636 h 1085636"/>
              <a:gd name="connsiteX3-213" fmla="*/ 0 w 1680708"/>
              <a:gd name="connsiteY3-214" fmla="*/ 0 h 1085636"/>
              <a:gd name="connsiteX0-215" fmla="*/ 0 w 1866127"/>
              <a:gd name="connsiteY0-216" fmla="*/ 0 h 1085636"/>
              <a:gd name="connsiteX1-217" fmla="*/ 1508236 w 1866127"/>
              <a:gd name="connsiteY1-218" fmla="*/ 0 h 1085636"/>
              <a:gd name="connsiteX2-219" fmla="*/ 0 w 1866127"/>
              <a:gd name="connsiteY2-220" fmla="*/ 1085636 h 1085636"/>
              <a:gd name="connsiteX3-221" fmla="*/ 0 w 1866127"/>
              <a:gd name="connsiteY3-222" fmla="*/ 0 h 1085636"/>
              <a:gd name="connsiteX0-223" fmla="*/ 0 w 1820325"/>
              <a:gd name="connsiteY0-224" fmla="*/ 0 h 1085636"/>
              <a:gd name="connsiteX1-225" fmla="*/ 1508236 w 1820325"/>
              <a:gd name="connsiteY1-226" fmla="*/ 0 h 1085636"/>
              <a:gd name="connsiteX2-227" fmla="*/ 0 w 1820325"/>
              <a:gd name="connsiteY2-228" fmla="*/ 1085636 h 1085636"/>
              <a:gd name="connsiteX3-229" fmla="*/ 0 w 1820325"/>
              <a:gd name="connsiteY3-230" fmla="*/ 0 h 10856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820325" h="1085636">
                <a:moveTo>
                  <a:pt x="0" y="0"/>
                </a:moveTo>
                <a:lnTo>
                  <a:pt x="1508236" y="0"/>
                </a:lnTo>
                <a:cubicBezTo>
                  <a:pt x="2624414" y="749724"/>
                  <a:pt x="419944" y="4973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sp>
        <p:nvSpPr>
          <p:cNvPr id="4" name="矩形 45"/>
          <p:cNvSpPr>
            <a:spLocks noChangeAspect="1"/>
          </p:cNvSpPr>
          <p:nvPr userDrawn="1"/>
        </p:nvSpPr>
        <p:spPr>
          <a:xfrm>
            <a:off x="-6003" y="5219"/>
            <a:ext cx="2059088" cy="1798965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-1" fmla="*/ 0 w 1696765"/>
              <a:gd name="connsiteY0-2" fmla="*/ 0 h 1221340"/>
              <a:gd name="connsiteX1-3" fmla="*/ 1508236 w 1696765"/>
              <a:gd name="connsiteY1-4" fmla="*/ 0 h 1221340"/>
              <a:gd name="connsiteX2-5" fmla="*/ 1508236 w 1696765"/>
              <a:gd name="connsiteY2-6" fmla="*/ 1085636 h 1221340"/>
              <a:gd name="connsiteX3-7" fmla="*/ 0 w 1696765"/>
              <a:gd name="connsiteY3-8" fmla="*/ 1085636 h 1221340"/>
              <a:gd name="connsiteX4-9" fmla="*/ 0 w 1696765"/>
              <a:gd name="connsiteY4-10" fmla="*/ 0 h 1221340"/>
              <a:gd name="connsiteX0-11" fmla="*/ 0 w 1625544"/>
              <a:gd name="connsiteY0-12" fmla="*/ 0 h 1292721"/>
              <a:gd name="connsiteX1-13" fmla="*/ 1508236 w 1625544"/>
              <a:gd name="connsiteY1-14" fmla="*/ 0 h 1292721"/>
              <a:gd name="connsiteX2-15" fmla="*/ 1314272 w 1625544"/>
              <a:gd name="connsiteY2-16" fmla="*/ 1202014 h 1292721"/>
              <a:gd name="connsiteX3-17" fmla="*/ 0 w 1625544"/>
              <a:gd name="connsiteY3-18" fmla="*/ 1085636 h 1292721"/>
              <a:gd name="connsiteX4-19" fmla="*/ 0 w 1625544"/>
              <a:gd name="connsiteY4-20" fmla="*/ 0 h 1292721"/>
              <a:gd name="connsiteX0-21" fmla="*/ 0 w 1609402"/>
              <a:gd name="connsiteY0-22" fmla="*/ 0 h 1329990"/>
              <a:gd name="connsiteX1-23" fmla="*/ 1508236 w 1609402"/>
              <a:gd name="connsiteY1-24" fmla="*/ 0 h 1329990"/>
              <a:gd name="connsiteX2-25" fmla="*/ 1242228 w 1609402"/>
              <a:gd name="connsiteY2-26" fmla="*/ 1251890 h 1329990"/>
              <a:gd name="connsiteX3-27" fmla="*/ 0 w 1609402"/>
              <a:gd name="connsiteY3-28" fmla="*/ 1085636 h 1329990"/>
              <a:gd name="connsiteX4-29" fmla="*/ 0 w 1609402"/>
              <a:gd name="connsiteY4-30" fmla="*/ 0 h 1329990"/>
              <a:gd name="connsiteX0-31" fmla="*/ 0 w 1629022"/>
              <a:gd name="connsiteY0-32" fmla="*/ 0 h 1339792"/>
              <a:gd name="connsiteX1-33" fmla="*/ 1508236 w 1629022"/>
              <a:gd name="connsiteY1-34" fmla="*/ 0 h 1339792"/>
              <a:gd name="connsiteX2-35" fmla="*/ 1242228 w 1629022"/>
              <a:gd name="connsiteY2-36" fmla="*/ 1251890 h 1339792"/>
              <a:gd name="connsiteX3-37" fmla="*/ 0 w 1629022"/>
              <a:gd name="connsiteY3-38" fmla="*/ 1085636 h 1339792"/>
              <a:gd name="connsiteX4-39" fmla="*/ 0 w 1629022"/>
              <a:gd name="connsiteY4-40" fmla="*/ 0 h 1339792"/>
              <a:gd name="connsiteX0-41" fmla="*/ 0 w 1658577"/>
              <a:gd name="connsiteY0-42" fmla="*/ 0 h 1339792"/>
              <a:gd name="connsiteX1-43" fmla="*/ 1508236 w 1658577"/>
              <a:gd name="connsiteY1-44" fmla="*/ 0 h 1339792"/>
              <a:gd name="connsiteX2-45" fmla="*/ 1242228 w 1658577"/>
              <a:gd name="connsiteY2-46" fmla="*/ 1251890 h 1339792"/>
              <a:gd name="connsiteX3-47" fmla="*/ 0 w 1658577"/>
              <a:gd name="connsiteY3-48" fmla="*/ 1085636 h 1339792"/>
              <a:gd name="connsiteX4-49" fmla="*/ 0 w 1658577"/>
              <a:gd name="connsiteY4-50" fmla="*/ 0 h 1339792"/>
              <a:gd name="connsiteX0-51" fmla="*/ 0 w 1658577"/>
              <a:gd name="connsiteY0-52" fmla="*/ 0 h 1346672"/>
              <a:gd name="connsiteX1-53" fmla="*/ 1508236 w 1658577"/>
              <a:gd name="connsiteY1-54" fmla="*/ 0 h 1346672"/>
              <a:gd name="connsiteX2-55" fmla="*/ 1242228 w 1658577"/>
              <a:gd name="connsiteY2-56" fmla="*/ 1251890 h 1346672"/>
              <a:gd name="connsiteX3-57" fmla="*/ 0 w 1658577"/>
              <a:gd name="connsiteY3-58" fmla="*/ 1085636 h 1346672"/>
              <a:gd name="connsiteX4-59" fmla="*/ 0 w 1658577"/>
              <a:gd name="connsiteY4-60" fmla="*/ 0 h 1346672"/>
              <a:gd name="connsiteX0-61" fmla="*/ 0 w 1658577"/>
              <a:gd name="connsiteY0-62" fmla="*/ 0 h 1338713"/>
              <a:gd name="connsiteX1-63" fmla="*/ 1508236 w 1658577"/>
              <a:gd name="connsiteY1-64" fmla="*/ 0 h 1338713"/>
              <a:gd name="connsiteX2-65" fmla="*/ 1242228 w 1658577"/>
              <a:gd name="connsiteY2-66" fmla="*/ 1251890 h 1338713"/>
              <a:gd name="connsiteX3-67" fmla="*/ 0 w 1658577"/>
              <a:gd name="connsiteY3-68" fmla="*/ 1085636 h 1338713"/>
              <a:gd name="connsiteX4-69" fmla="*/ 0 w 1658577"/>
              <a:gd name="connsiteY4-70" fmla="*/ 0 h 1338713"/>
              <a:gd name="connsiteX0-71" fmla="*/ 0 w 1658577"/>
              <a:gd name="connsiteY0-72" fmla="*/ 0 h 1345477"/>
              <a:gd name="connsiteX1-73" fmla="*/ 1508236 w 1658577"/>
              <a:gd name="connsiteY1-74" fmla="*/ 0 h 1345477"/>
              <a:gd name="connsiteX2-75" fmla="*/ 1242228 w 1658577"/>
              <a:gd name="connsiteY2-76" fmla="*/ 1251890 h 1345477"/>
              <a:gd name="connsiteX3-77" fmla="*/ 0 w 1658577"/>
              <a:gd name="connsiteY3-78" fmla="*/ 1085636 h 1345477"/>
              <a:gd name="connsiteX4-79" fmla="*/ 0 w 1658577"/>
              <a:gd name="connsiteY4-80" fmla="*/ 0 h 1345477"/>
              <a:gd name="connsiteX0-81" fmla="*/ 0 w 1667451"/>
              <a:gd name="connsiteY0-82" fmla="*/ 0 h 1340553"/>
              <a:gd name="connsiteX1-83" fmla="*/ 1508236 w 1667451"/>
              <a:gd name="connsiteY1-84" fmla="*/ 0 h 1340553"/>
              <a:gd name="connsiteX2-85" fmla="*/ 1242228 w 1667451"/>
              <a:gd name="connsiteY2-86" fmla="*/ 1251890 h 1340553"/>
              <a:gd name="connsiteX3-87" fmla="*/ 0 w 1667451"/>
              <a:gd name="connsiteY3-88" fmla="*/ 1085636 h 1340553"/>
              <a:gd name="connsiteX4-89" fmla="*/ 0 w 1667451"/>
              <a:gd name="connsiteY4-90" fmla="*/ 0 h 1340553"/>
              <a:gd name="connsiteX0-91" fmla="*/ 0 w 1661407"/>
              <a:gd name="connsiteY0-92" fmla="*/ 0 h 1334751"/>
              <a:gd name="connsiteX1-93" fmla="*/ 1508236 w 1661407"/>
              <a:gd name="connsiteY1-94" fmla="*/ 0 h 1334751"/>
              <a:gd name="connsiteX2-95" fmla="*/ 1242228 w 1661407"/>
              <a:gd name="connsiteY2-96" fmla="*/ 1251890 h 1334751"/>
              <a:gd name="connsiteX3-97" fmla="*/ 0 w 1661407"/>
              <a:gd name="connsiteY3-98" fmla="*/ 1085636 h 1334751"/>
              <a:gd name="connsiteX4-99" fmla="*/ 0 w 1661407"/>
              <a:gd name="connsiteY4-100" fmla="*/ 0 h 1334751"/>
              <a:gd name="connsiteX0-101" fmla="*/ 0 w 1667212"/>
              <a:gd name="connsiteY0-102" fmla="*/ 0 h 1334751"/>
              <a:gd name="connsiteX1-103" fmla="*/ 1508236 w 1667212"/>
              <a:gd name="connsiteY1-104" fmla="*/ 0 h 1334751"/>
              <a:gd name="connsiteX2-105" fmla="*/ 1242228 w 1667212"/>
              <a:gd name="connsiteY2-106" fmla="*/ 1251890 h 1334751"/>
              <a:gd name="connsiteX3-107" fmla="*/ 0 w 1667212"/>
              <a:gd name="connsiteY3-108" fmla="*/ 1085636 h 1334751"/>
              <a:gd name="connsiteX4-109" fmla="*/ 0 w 1667212"/>
              <a:gd name="connsiteY4-110" fmla="*/ 0 h 1334751"/>
              <a:gd name="connsiteX0-111" fmla="*/ 0 w 1508236"/>
              <a:gd name="connsiteY0-112" fmla="*/ 0 h 1085636"/>
              <a:gd name="connsiteX1-113" fmla="*/ 1508236 w 1508236"/>
              <a:gd name="connsiteY1-114" fmla="*/ 0 h 1085636"/>
              <a:gd name="connsiteX2-115" fmla="*/ 0 w 1508236"/>
              <a:gd name="connsiteY2-116" fmla="*/ 1085636 h 1085636"/>
              <a:gd name="connsiteX3-117" fmla="*/ 0 w 1508236"/>
              <a:gd name="connsiteY3-118" fmla="*/ 0 h 1085636"/>
              <a:gd name="connsiteX0-119" fmla="*/ 0 w 1616803"/>
              <a:gd name="connsiteY0-120" fmla="*/ 0 h 1085636"/>
              <a:gd name="connsiteX1-121" fmla="*/ 1508236 w 1616803"/>
              <a:gd name="connsiteY1-122" fmla="*/ 0 h 1085636"/>
              <a:gd name="connsiteX2-123" fmla="*/ 0 w 1616803"/>
              <a:gd name="connsiteY2-124" fmla="*/ 1085636 h 1085636"/>
              <a:gd name="connsiteX3-125" fmla="*/ 0 w 1616803"/>
              <a:gd name="connsiteY3-126" fmla="*/ 0 h 1085636"/>
              <a:gd name="connsiteX0-127" fmla="*/ 0 w 1634334"/>
              <a:gd name="connsiteY0-128" fmla="*/ 0 h 1085636"/>
              <a:gd name="connsiteX1-129" fmla="*/ 1508236 w 1634334"/>
              <a:gd name="connsiteY1-130" fmla="*/ 0 h 1085636"/>
              <a:gd name="connsiteX2-131" fmla="*/ 0 w 1634334"/>
              <a:gd name="connsiteY2-132" fmla="*/ 1085636 h 1085636"/>
              <a:gd name="connsiteX3-133" fmla="*/ 0 w 1634334"/>
              <a:gd name="connsiteY3-134" fmla="*/ 0 h 1085636"/>
              <a:gd name="connsiteX0-135" fmla="*/ 0 w 1514357"/>
              <a:gd name="connsiteY0-136" fmla="*/ 0 h 1085636"/>
              <a:gd name="connsiteX1-137" fmla="*/ 1508236 w 1514357"/>
              <a:gd name="connsiteY1-138" fmla="*/ 0 h 1085636"/>
              <a:gd name="connsiteX2-139" fmla="*/ 0 w 1514357"/>
              <a:gd name="connsiteY2-140" fmla="*/ 1085636 h 1085636"/>
              <a:gd name="connsiteX3-141" fmla="*/ 0 w 1514357"/>
              <a:gd name="connsiteY3-142" fmla="*/ 0 h 1085636"/>
              <a:gd name="connsiteX0-143" fmla="*/ 0 w 1513093"/>
              <a:gd name="connsiteY0-144" fmla="*/ 0 h 1222197"/>
              <a:gd name="connsiteX1-145" fmla="*/ 1508236 w 1513093"/>
              <a:gd name="connsiteY1-146" fmla="*/ 0 h 1222197"/>
              <a:gd name="connsiteX2-147" fmla="*/ 0 w 1513093"/>
              <a:gd name="connsiteY2-148" fmla="*/ 1085636 h 1222197"/>
              <a:gd name="connsiteX3-149" fmla="*/ 0 w 1513093"/>
              <a:gd name="connsiteY3-150" fmla="*/ 0 h 1222197"/>
              <a:gd name="connsiteX0-151" fmla="*/ 0 w 1513094"/>
              <a:gd name="connsiteY0-152" fmla="*/ 0 h 1170406"/>
              <a:gd name="connsiteX1-153" fmla="*/ 1508236 w 1513094"/>
              <a:gd name="connsiteY1-154" fmla="*/ 0 h 1170406"/>
              <a:gd name="connsiteX2-155" fmla="*/ 0 w 1513094"/>
              <a:gd name="connsiteY2-156" fmla="*/ 1085636 h 1170406"/>
              <a:gd name="connsiteX3-157" fmla="*/ 0 w 1513094"/>
              <a:gd name="connsiteY3-158" fmla="*/ 0 h 1170406"/>
              <a:gd name="connsiteX0-159" fmla="*/ 0 w 1508236"/>
              <a:gd name="connsiteY0-160" fmla="*/ 0 h 1275082"/>
              <a:gd name="connsiteX1-161" fmla="*/ 1508236 w 1508236"/>
              <a:gd name="connsiteY1-162" fmla="*/ 0 h 1275082"/>
              <a:gd name="connsiteX2-163" fmla="*/ 0 w 1508236"/>
              <a:gd name="connsiteY2-164" fmla="*/ 1085636 h 1275082"/>
              <a:gd name="connsiteX3-165" fmla="*/ 0 w 1508236"/>
              <a:gd name="connsiteY3-166" fmla="*/ 0 h 1275082"/>
              <a:gd name="connsiteX0-167" fmla="*/ 0 w 1508236"/>
              <a:gd name="connsiteY0-168" fmla="*/ 0 h 1116910"/>
              <a:gd name="connsiteX1-169" fmla="*/ 1508236 w 1508236"/>
              <a:gd name="connsiteY1-170" fmla="*/ 0 h 1116910"/>
              <a:gd name="connsiteX2-171" fmla="*/ 0 w 1508236"/>
              <a:gd name="connsiteY2-172" fmla="*/ 1085636 h 1116910"/>
              <a:gd name="connsiteX3-173" fmla="*/ 0 w 1508236"/>
              <a:gd name="connsiteY3-174" fmla="*/ 0 h 1116910"/>
              <a:gd name="connsiteX0-175" fmla="*/ 0 w 1508236"/>
              <a:gd name="connsiteY0-176" fmla="*/ 0 h 1085635"/>
              <a:gd name="connsiteX1-177" fmla="*/ 1508236 w 1508236"/>
              <a:gd name="connsiteY1-178" fmla="*/ 0 h 1085635"/>
              <a:gd name="connsiteX2-179" fmla="*/ 0 w 1508236"/>
              <a:gd name="connsiteY2-180" fmla="*/ 1085636 h 1085635"/>
              <a:gd name="connsiteX3-181" fmla="*/ 0 w 1508236"/>
              <a:gd name="connsiteY3-182" fmla="*/ 0 h 1085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08236" h="1085635">
                <a:moveTo>
                  <a:pt x="0" y="0"/>
                </a:moveTo>
                <a:lnTo>
                  <a:pt x="1508236" y="0"/>
                </a:lnTo>
                <a:cubicBezTo>
                  <a:pt x="1091783" y="475398"/>
                  <a:pt x="207599" y="1201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sp>
        <p:nvSpPr>
          <p:cNvPr id="11" name="矩形 45"/>
          <p:cNvSpPr>
            <a:spLocks noChangeAspect="1"/>
          </p:cNvSpPr>
          <p:nvPr userDrawn="1"/>
        </p:nvSpPr>
        <p:spPr>
          <a:xfrm rot="10800000">
            <a:off x="10169912" y="5068985"/>
            <a:ext cx="2059088" cy="1798965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-1" fmla="*/ 0 w 1696765"/>
              <a:gd name="connsiteY0-2" fmla="*/ 0 h 1221340"/>
              <a:gd name="connsiteX1-3" fmla="*/ 1508236 w 1696765"/>
              <a:gd name="connsiteY1-4" fmla="*/ 0 h 1221340"/>
              <a:gd name="connsiteX2-5" fmla="*/ 1508236 w 1696765"/>
              <a:gd name="connsiteY2-6" fmla="*/ 1085636 h 1221340"/>
              <a:gd name="connsiteX3-7" fmla="*/ 0 w 1696765"/>
              <a:gd name="connsiteY3-8" fmla="*/ 1085636 h 1221340"/>
              <a:gd name="connsiteX4-9" fmla="*/ 0 w 1696765"/>
              <a:gd name="connsiteY4-10" fmla="*/ 0 h 1221340"/>
              <a:gd name="connsiteX0-11" fmla="*/ 0 w 1625544"/>
              <a:gd name="connsiteY0-12" fmla="*/ 0 h 1292721"/>
              <a:gd name="connsiteX1-13" fmla="*/ 1508236 w 1625544"/>
              <a:gd name="connsiteY1-14" fmla="*/ 0 h 1292721"/>
              <a:gd name="connsiteX2-15" fmla="*/ 1314272 w 1625544"/>
              <a:gd name="connsiteY2-16" fmla="*/ 1202014 h 1292721"/>
              <a:gd name="connsiteX3-17" fmla="*/ 0 w 1625544"/>
              <a:gd name="connsiteY3-18" fmla="*/ 1085636 h 1292721"/>
              <a:gd name="connsiteX4-19" fmla="*/ 0 w 1625544"/>
              <a:gd name="connsiteY4-20" fmla="*/ 0 h 1292721"/>
              <a:gd name="connsiteX0-21" fmla="*/ 0 w 1609402"/>
              <a:gd name="connsiteY0-22" fmla="*/ 0 h 1329990"/>
              <a:gd name="connsiteX1-23" fmla="*/ 1508236 w 1609402"/>
              <a:gd name="connsiteY1-24" fmla="*/ 0 h 1329990"/>
              <a:gd name="connsiteX2-25" fmla="*/ 1242228 w 1609402"/>
              <a:gd name="connsiteY2-26" fmla="*/ 1251890 h 1329990"/>
              <a:gd name="connsiteX3-27" fmla="*/ 0 w 1609402"/>
              <a:gd name="connsiteY3-28" fmla="*/ 1085636 h 1329990"/>
              <a:gd name="connsiteX4-29" fmla="*/ 0 w 1609402"/>
              <a:gd name="connsiteY4-30" fmla="*/ 0 h 1329990"/>
              <a:gd name="connsiteX0-31" fmla="*/ 0 w 1629022"/>
              <a:gd name="connsiteY0-32" fmla="*/ 0 h 1339792"/>
              <a:gd name="connsiteX1-33" fmla="*/ 1508236 w 1629022"/>
              <a:gd name="connsiteY1-34" fmla="*/ 0 h 1339792"/>
              <a:gd name="connsiteX2-35" fmla="*/ 1242228 w 1629022"/>
              <a:gd name="connsiteY2-36" fmla="*/ 1251890 h 1339792"/>
              <a:gd name="connsiteX3-37" fmla="*/ 0 w 1629022"/>
              <a:gd name="connsiteY3-38" fmla="*/ 1085636 h 1339792"/>
              <a:gd name="connsiteX4-39" fmla="*/ 0 w 1629022"/>
              <a:gd name="connsiteY4-40" fmla="*/ 0 h 1339792"/>
              <a:gd name="connsiteX0-41" fmla="*/ 0 w 1658577"/>
              <a:gd name="connsiteY0-42" fmla="*/ 0 h 1339792"/>
              <a:gd name="connsiteX1-43" fmla="*/ 1508236 w 1658577"/>
              <a:gd name="connsiteY1-44" fmla="*/ 0 h 1339792"/>
              <a:gd name="connsiteX2-45" fmla="*/ 1242228 w 1658577"/>
              <a:gd name="connsiteY2-46" fmla="*/ 1251890 h 1339792"/>
              <a:gd name="connsiteX3-47" fmla="*/ 0 w 1658577"/>
              <a:gd name="connsiteY3-48" fmla="*/ 1085636 h 1339792"/>
              <a:gd name="connsiteX4-49" fmla="*/ 0 w 1658577"/>
              <a:gd name="connsiteY4-50" fmla="*/ 0 h 1339792"/>
              <a:gd name="connsiteX0-51" fmla="*/ 0 w 1658577"/>
              <a:gd name="connsiteY0-52" fmla="*/ 0 h 1346672"/>
              <a:gd name="connsiteX1-53" fmla="*/ 1508236 w 1658577"/>
              <a:gd name="connsiteY1-54" fmla="*/ 0 h 1346672"/>
              <a:gd name="connsiteX2-55" fmla="*/ 1242228 w 1658577"/>
              <a:gd name="connsiteY2-56" fmla="*/ 1251890 h 1346672"/>
              <a:gd name="connsiteX3-57" fmla="*/ 0 w 1658577"/>
              <a:gd name="connsiteY3-58" fmla="*/ 1085636 h 1346672"/>
              <a:gd name="connsiteX4-59" fmla="*/ 0 w 1658577"/>
              <a:gd name="connsiteY4-60" fmla="*/ 0 h 1346672"/>
              <a:gd name="connsiteX0-61" fmla="*/ 0 w 1658577"/>
              <a:gd name="connsiteY0-62" fmla="*/ 0 h 1338713"/>
              <a:gd name="connsiteX1-63" fmla="*/ 1508236 w 1658577"/>
              <a:gd name="connsiteY1-64" fmla="*/ 0 h 1338713"/>
              <a:gd name="connsiteX2-65" fmla="*/ 1242228 w 1658577"/>
              <a:gd name="connsiteY2-66" fmla="*/ 1251890 h 1338713"/>
              <a:gd name="connsiteX3-67" fmla="*/ 0 w 1658577"/>
              <a:gd name="connsiteY3-68" fmla="*/ 1085636 h 1338713"/>
              <a:gd name="connsiteX4-69" fmla="*/ 0 w 1658577"/>
              <a:gd name="connsiteY4-70" fmla="*/ 0 h 1338713"/>
              <a:gd name="connsiteX0-71" fmla="*/ 0 w 1658577"/>
              <a:gd name="connsiteY0-72" fmla="*/ 0 h 1345477"/>
              <a:gd name="connsiteX1-73" fmla="*/ 1508236 w 1658577"/>
              <a:gd name="connsiteY1-74" fmla="*/ 0 h 1345477"/>
              <a:gd name="connsiteX2-75" fmla="*/ 1242228 w 1658577"/>
              <a:gd name="connsiteY2-76" fmla="*/ 1251890 h 1345477"/>
              <a:gd name="connsiteX3-77" fmla="*/ 0 w 1658577"/>
              <a:gd name="connsiteY3-78" fmla="*/ 1085636 h 1345477"/>
              <a:gd name="connsiteX4-79" fmla="*/ 0 w 1658577"/>
              <a:gd name="connsiteY4-80" fmla="*/ 0 h 1345477"/>
              <a:gd name="connsiteX0-81" fmla="*/ 0 w 1667451"/>
              <a:gd name="connsiteY0-82" fmla="*/ 0 h 1340553"/>
              <a:gd name="connsiteX1-83" fmla="*/ 1508236 w 1667451"/>
              <a:gd name="connsiteY1-84" fmla="*/ 0 h 1340553"/>
              <a:gd name="connsiteX2-85" fmla="*/ 1242228 w 1667451"/>
              <a:gd name="connsiteY2-86" fmla="*/ 1251890 h 1340553"/>
              <a:gd name="connsiteX3-87" fmla="*/ 0 w 1667451"/>
              <a:gd name="connsiteY3-88" fmla="*/ 1085636 h 1340553"/>
              <a:gd name="connsiteX4-89" fmla="*/ 0 w 1667451"/>
              <a:gd name="connsiteY4-90" fmla="*/ 0 h 1340553"/>
              <a:gd name="connsiteX0-91" fmla="*/ 0 w 1661407"/>
              <a:gd name="connsiteY0-92" fmla="*/ 0 h 1334751"/>
              <a:gd name="connsiteX1-93" fmla="*/ 1508236 w 1661407"/>
              <a:gd name="connsiteY1-94" fmla="*/ 0 h 1334751"/>
              <a:gd name="connsiteX2-95" fmla="*/ 1242228 w 1661407"/>
              <a:gd name="connsiteY2-96" fmla="*/ 1251890 h 1334751"/>
              <a:gd name="connsiteX3-97" fmla="*/ 0 w 1661407"/>
              <a:gd name="connsiteY3-98" fmla="*/ 1085636 h 1334751"/>
              <a:gd name="connsiteX4-99" fmla="*/ 0 w 1661407"/>
              <a:gd name="connsiteY4-100" fmla="*/ 0 h 1334751"/>
              <a:gd name="connsiteX0-101" fmla="*/ 0 w 1667212"/>
              <a:gd name="connsiteY0-102" fmla="*/ 0 h 1334751"/>
              <a:gd name="connsiteX1-103" fmla="*/ 1508236 w 1667212"/>
              <a:gd name="connsiteY1-104" fmla="*/ 0 h 1334751"/>
              <a:gd name="connsiteX2-105" fmla="*/ 1242228 w 1667212"/>
              <a:gd name="connsiteY2-106" fmla="*/ 1251890 h 1334751"/>
              <a:gd name="connsiteX3-107" fmla="*/ 0 w 1667212"/>
              <a:gd name="connsiteY3-108" fmla="*/ 1085636 h 1334751"/>
              <a:gd name="connsiteX4-109" fmla="*/ 0 w 1667212"/>
              <a:gd name="connsiteY4-110" fmla="*/ 0 h 1334751"/>
              <a:gd name="connsiteX0-111" fmla="*/ 0 w 1508236"/>
              <a:gd name="connsiteY0-112" fmla="*/ 0 h 1085636"/>
              <a:gd name="connsiteX1-113" fmla="*/ 1508236 w 1508236"/>
              <a:gd name="connsiteY1-114" fmla="*/ 0 h 1085636"/>
              <a:gd name="connsiteX2-115" fmla="*/ 0 w 1508236"/>
              <a:gd name="connsiteY2-116" fmla="*/ 1085636 h 1085636"/>
              <a:gd name="connsiteX3-117" fmla="*/ 0 w 1508236"/>
              <a:gd name="connsiteY3-118" fmla="*/ 0 h 1085636"/>
              <a:gd name="connsiteX0-119" fmla="*/ 0 w 1616803"/>
              <a:gd name="connsiteY0-120" fmla="*/ 0 h 1085636"/>
              <a:gd name="connsiteX1-121" fmla="*/ 1508236 w 1616803"/>
              <a:gd name="connsiteY1-122" fmla="*/ 0 h 1085636"/>
              <a:gd name="connsiteX2-123" fmla="*/ 0 w 1616803"/>
              <a:gd name="connsiteY2-124" fmla="*/ 1085636 h 1085636"/>
              <a:gd name="connsiteX3-125" fmla="*/ 0 w 1616803"/>
              <a:gd name="connsiteY3-126" fmla="*/ 0 h 1085636"/>
              <a:gd name="connsiteX0-127" fmla="*/ 0 w 1634334"/>
              <a:gd name="connsiteY0-128" fmla="*/ 0 h 1085636"/>
              <a:gd name="connsiteX1-129" fmla="*/ 1508236 w 1634334"/>
              <a:gd name="connsiteY1-130" fmla="*/ 0 h 1085636"/>
              <a:gd name="connsiteX2-131" fmla="*/ 0 w 1634334"/>
              <a:gd name="connsiteY2-132" fmla="*/ 1085636 h 1085636"/>
              <a:gd name="connsiteX3-133" fmla="*/ 0 w 1634334"/>
              <a:gd name="connsiteY3-134" fmla="*/ 0 h 1085636"/>
              <a:gd name="connsiteX0-135" fmla="*/ 0 w 1514357"/>
              <a:gd name="connsiteY0-136" fmla="*/ 0 h 1085636"/>
              <a:gd name="connsiteX1-137" fmla="*/ 1508236 w 1514357"/>
              <a:gd name="connsiteY1-138" fmla="*/ 0 h 1085636"/>
              <a:gd name="connsiteX2-139" fmla="*/ 0 w 1514357"/>
              <a:gd name="connsiteY2-140" fmla="*/ 1085636 h 1085636"/>
              <a:gd name="connsiteX3-141" fmla="*/ 0 w 1514357"/>
              <a:gd name="connsiteY3-142" fmla="*/ 0 h 1085636"/>
              <a:gd name="connsiteX0-143" fmla="*/ 0 w 1513093"/>
              <a:gd name="connsiteY0-144" fmla="*/ 0 h 1222197"/>
              <a:gd name="connsiteX1-145" fmla="*/ 1508236 w 1513093"/>
              <a:gd name="connsiteY1-146" fmla="*/ 0 h 1222197"/>
              <a:gd name="connsiteX2-147" fmla="*/ 0 w 1513093"/>
              <a:gd name="connsiteY2-148" fmla="*/ 1085636 h 1222197"/>
              <a:gd name="connsiteX3-149" fmla="*/ 0 w 1513093"/>
              <a:gd name="connsiteY3-150" fmla="*/ 0 h 1222197"/>
              <a:gd name="connsiteX0-151" fmla="*/ 0 w 1513094"/>
              <a:gd name="connsiteY0-152" fmla="*/ 0 h 1170406"/>
              <a:gd name="connsiteX1-153" fmla="*/ 1508236 w 1513094"/>
              <a:gd name="connsiteY1-154" fmla="*/ 0 h 1170406"/>
              <a:gd name="connsiteX2-155" fmla="*/ 0 w 1513094"/>
              <a:gd name="connsiteY2-156" fmla="*/ 1085636 h 1170406"/>
              <a:gd name="connsiteX3-157" fmla="*/ 0 w 1513094"/>
              <a:gd name="connsiteY3-158" fmla="*/ 0 h 1170406"/>
              <a:gd name="connsiteX0-159" fmla="*/ 0 w 1508236"/>
              <a:gd name="connsiteY0-160" fmla="*/ 0 h 1275082"/>
              <a:gd name="connsiteX1-161" fmla="*/ 1508236 w 1508236"/>
              <a:gd name="connsiteY1-162" fmla="*/ 0 h 1275082"/>
              <a:gd name="connsiteX2-163" fmla="*/ 0 w 1508236"/>
              <a:gd name="connsiteY2-164" fmla="*/ 1085636 h 1275082"/>
              <a:gd name="connsiteX3-165" fmla="*/ 0 w 1508236"/>
              <a:gd name="connsiteY3-166" fmla="*/ 0 h 1275082"/>
              <a:gd name="connsiteX0-167" fmla="*/ 0 w 1508236"/>
              <a:gd name="connsiteY0-168" fmla="*/ 0 h 1116910"/>
              <a:gd name="connsiteX1-169" fmla="*/ 1508236 w 1508236"/>
              <a:gd name="connsiteY1-170" fmla="*/ 0 h 1116910"/>
              <a:gd name="connsiteX2-171" fmla="*/ 0 w 1508236"/>
              <a:gd name="connsiteY2-172" fmla="*/ 1085636 h 1116910"/>
              <a:gd name="connsiteX3-173" fmla="*/ 0 w 1508236"/>
              <a:gd name="connsiteY3-174" fmla="*/ 0 h 1116910"/>
              <a:gd name="connsiteX0-175" fmla="*/ 0 w 1508236"/>
              <a:gd name="connsiteY0-176" fmla="*/ 0 h 1085635"/>
              <a:gd name="connsiteX1-177" fmla="*/ 1508236 w 1508236"/>
              <a:gd name="connsiteY1-178" fmla="*/ 0 h 1085635"/>
              <a:gd name="connsiteX2-179" fmla="*/ 0 w 1508236"/>
              <a:gd name="connsiteY2-180" fmla="*/ 1085636 h 1085635"/>
              <a:gd name="connsiteX3-181" fmla="*/ 0 w 1508236"/>
              <a:gd name="connsiteY3-182" fmla="*/ 0 h 1085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08236" h="1085635">
                <a:moveTo>
                  <a:pt x="0" y="0"/>
                </a:moveTo>
                <a:lnTo>
                  <a:pt x="1508236" y="0"/>
                </a:lnTo>
                <a:cubicBezTo>
                  <a:pt x="1091783" y="475398"/>
                  <a:pt x="207599" y="1201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144" y="6393595"/>
            <a:ext cx="589021" cy="2882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59" y="6365142"/>
            <a:ext cx="2844497" cy="31671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3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31" name="标题文本"/>
          <p:cNvSpPr txBox="1">
            <a:spLocks noGrp="1"/>
          </p:cNvSpPr>
          <p:nvPr>
            <p:ph type="title"/>
          </p:nvPr>
        </p:nvSpPr>
        <p:spPr>
          <a:xfrm>
            <a:off x="1015998" y="77972"/>
            <a:ext cx="9846769" cy="91678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3" name="菱形 2"/>
          <p:cNvSpPr/>
          <p:nvPr userDrawn="1"/>
        </p:nvSpPr>
        <p:spPr>
          <a:xfrm>
            <a:off x="449943" y="333831"/>
            <a:ext cx="391885" cy="377487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菱形 3"/>
          <p:cNvSpPr/>
          <p:nvPr userDrawn="1"/>
        </p:nvSpPr>
        <p:spPr>
          <a:xfrm>
            <a:off x="624113" y="350987"/>
            <a:ext cx="391885" cy="377487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矩形 45"/>
          <p:cNvSpPr>
            <a:spLocks noChangeAspect="1"/>
          </p:cNvSpPr>
          <p:nvPr userDrawn="1"/>
        </p:nvSpPr>
        <p:spPr>
          <a:xfrm rot="10800000">
            <a:off x="10169912" y="5068985"/>
            <a:ext cx="2059088" cy="1798965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-1" fmla="*/ 0 w 1696765"/>
              <a:gd name="connsiteY0-2" fmla="*/ 0 h 1221340"/>
              <a:gd name="connsiteX1-3" fmla="*/ 1508236 w 1696765"/>
              <a:gd name="connsiteY1-4" fmla="*/ 0 h 1221340"/>
              <a:gd name="connsiteX2-5" fmla="*/ 1508236 w 1696765"/>
              <a:gd name="connsiteY2-6" fmla="*/ 1085636 h 1221340"/>
              <a:gd name="connsiteX3-7" fmla="*/ 0 w 1696765"/>
              <a:gd name="connsiteY3-8" fmla="*/ 1085636 h 1221340"/>
              <a:gd name="connsiteX4-9" fmla="*/ 0 w 1696765"/>
              <a:gd name="connsiteY4-10" fmla="*/ 0 h 1221340"/>
              <a:gd name="connsiteX0-11" fmla="*/ 0 w 1625544"/>
              <a:gd name="connsiteY0-12" fmla="*/ 0 h 1292721"/>
              <a:gd name="connsiteX1-13" fmla="*/ 1508236 w 1625544"/>
              <a:gd name="connsiteY1-14" fmla="*/ 0 h 1292721"/>
              <a:gd name="connsiteX2-15" fmla="*/ 1314272 w 1625544"/>
              <a:gd name="connsiteY2-16" fmla="*/ 1202014 h 1292721"/>
              <a:gd name="connsiteX3-17" fmla="*/ 0 w 1625544"/>
              <a:gd name="connsiteY3-18" fmla="*/ 1085636 h 1292721"/>
              <a:gd name="connsiteX4-19" fmla="*/ 0 w 1625544"/>
              <a:gd name="connsiteY4-20" fmla="*/ 0 h 1292721"/>
              <a:gd name="connsiteX0-21" fmla="*/ 0 w 1609402"/>
              <a:gd name="connsiteY0-22" fmla="*/ 0 h 1329990"/>
              <a:gd name="connsiteX1-23" fmla="*/ 1508236 w 1609402"/>
              <a:gd name="connsiteY1-24" fmla="*/ 0 h 1329990"/>
              <a:gd name="connsiteX2-25" fmla="*/ 1242228 w 1609402"/>
              <a:gd name="connsiteY2-26" fmla="*/ 1251890 h 1329990"/>
              <a:gd name="connsiteX3-27" fmla="*/ 0 w 1609402"/>
              <a:gd name="connsiteY3-28" fmla="*/ 1085636 h 1329990"/>
              <a:gd name="connsiteX4-29" fmla="*/ 0 w 1609402"/>
              <a:gd name="connsiteY4-30" fmla="*/ 0 h 1329990"/>
              <a:gd name="connsiteX0-31" fmla="*/ 0 w 1629022"/>
              <a:gd name="connsiteY0-32" fmla="*/ 0 h 1339792"/>
              <a:gd name="connsiteX1-33" fmla="*/ 1508236 w 1629022"/>
              <a:gd name="connsiteY1-34" fmla="*/ 0 h 1339792"/>
              <a:gd name="connsiteX2-35" fmla="*/ 1242228 w 1629022"/>
              <a:gd name="connsiteY2-36" fmla="*/ 1251890 h 1339792"/>
              <a:gd name="connsiteX3-37" fmla="*/ 0 w 1629022"/>
              <a:gd name="connsiteY3-38" fmla="*/ 1085636 h 1339792"/>
              <a:gd name="connsiteX4-39" fmla="*/ 0 w 1629022"/>
              <a:gd name="connsiteY4-40" fmla="*/ 0 h 1339792"/>
              <a:gd name="connsiteX0-41" fmla="*/ 0 w 1658577"/>
              <a:gd name="connsiteY0-42" fmla="*/ 0 h 1339792"/>
              <a:gd name="connsiteX1-43" fmla="*/ 1508236 w 1658577"/>
              <a:gd name="connsiteY1-44" fmla="*/ 0 h 1339792"/>
              <a:gd name="connsiteX2-45" fmla="*/ 1242228 w 1658577"/>
              <a:gd name="connsiteY2-46" fmla="*/ 1251890 h 1339792"/>
              <a:gd name="connsiteX3-47" fmla="*/ 0 w 1658577"/>
              <a:gd name="connsiteY3-48" fmla="*/ 1085636 h 1339792"/>
              <a:gd name="connsiteX4-49" fmla="*/ 0 w 1658577"/>
              <a:gd name="connsiteY4-50" fmla="*/ 0 h 1339792"/>
              <a:gd name="connsiteX0-51" fmla="*/ 0 w 1658577"/>
              <a:gd name="connsiteY0-52" fmla="*/ 0 h 1346672"/>
              <a:gd name="connsiteX1-53" fmla="*/ 1508236 w 1658577"/>
              <a:gd name="connsiteY1-54" fmla="*/ 0 h 1346672"/>
              <a:gd name="connsiteX2-55" fmla="*/ 1242228 w 1658577"/>
              <a:gd name="connsiteY2-56" fmla="*/ 1251890 h 1346672"/>
              <a:gd name="connsiteX3-57" fmla="*/ 0 w 1658577"/>
              <a:gd name="connsiteY3-58" fmla="*/ 1085636 h 1346672"/>
              <a:gd name="connsiteX4-59" fmla="*/ 0 w 1658577"/>
              <a:gd name="connsiteY4-60" fmla="*/ 0 h 1346672"/>
              <a:gd name="connsiteX0-61" fmla="*/ 0 w 1658577"/>
              <a:gd name="connsiteY0-62" fmla="*/ 0 h 1338713"/>
              <a:gd name="connsiteX1-63" fmla="*/ 1508236 w 1658577"/>
              <a:gd name="connsiteY1-64" fmla="*/ 0 h 1338713"/>
              <a:gd name="connsiteX2-65" fmla="*/ 1242228 w 1658577"/>
              <a:gd name="connsiteY2-66" fmla="*/ 1251890 h 1338713"/>
              <a:gd name="connsiteX3-67" fmla="*/ 0 w 1658577"/>
              <a:gd name="connsiteY3-68" fmla="*/ 1085636 h 1338713"/>
              <a:gd name="connsiteX4-69" fmla="*/ 0 w 1658577"/>
              <a:gd name="connsiteY4-70" fmla="*/ 0 h 1338713"/>
              <a:gd name="connsiteX0-71" fmla="*/ 0 w 1658577"/>
              <a:gd name="connsiteY0-72" fmla="*/ 0 h 1345477"/>
              <a:gd name="connsiteX1-73" fmla="*/ 1508236 w 1658577"/>
              <a:gd name="connsiteY1-74" fmla="*/ 0 h 1345477"/>
              <a:gd name="connsiteX2-75" fmla="*/ 1242228 w 1658577"/>
              <a:gd name="connsiteY2-76" fmla="*/ 1251890 h 1345477"/>
              <a:gd name="connsiteX3-77" fmla="*/ 0 w 1658577"/>
              <a:gd name="connsiteY3-78" fmla="*/ 1085636 h 1345477"/>
              <a:gd name="connsiteX4-79" fmla="*/ 0 w 1658577"/>
              <a:gd name="connsiteY4-80" fmla="*/ 0 h 1345477"/>
              <a:gd name="connsiteX0-81" fmla="*/ 0 w 1667451"/>
              <a:gd name="connsiteY0-82" fmla="*/ 0 h 1340553"/>
              <a:gd name="connsiteX1-83" fmla="*/ 1508236 w 1667451"/>
              <a:gd name="connsiteY1-84" fmla="*/ 0 h 1340553"/>
              <a:gd name="connsiteX2-85" fmla="*/ 1242228 w 1667451"/>
              <a:gd name="connsiteY2-86" fmla="*/ 1251890 h 1340553"/>
              <a:gd name="connsiteX3-87" fmla="*/ 0 w 1667451"/>
              <a:gd name="connsiteY3-88" fmla="*/ 1085636 h 1340553"/>
              <a:gd name="connsiteX4-89" fmla="*/ 0 w 1667451"/>
              <a:gd name="connsiteY4-90" fmla="*/ 0 h 1340553"/>
              <a:gd name="connsiteX0-91" fmla="*/ 0 w 1661407"/>
              <a:gd name="connsiteY0-92" fmla="*/ 0 h 1334751"/>
              <a:gd name="connsiteX1-93" fmla="*/ 1508236 w 1661407"/>
              <a:gd name="connsiteY1-94" fmla="*/ 0 h 1334751"/>
              <a:gd name="connsiteX2-95" fmla="*/ 1242228 w 1661407"/>
              <a:gd name="connsiteY2-96" fmla="*/ 1251890 h 1334751"/>
              <a:gd name="connsiteX3-97" fmla="*/ 0 w 1661407"/>
              <a:gd name="connsiteY3-98" fmla="*/ 1085636 h 1334751"/>
              <a:gd name="connsiteX4-99" fmla="*/ 0 w 1661407"/>
              <a:gd name="connsiteY4-100" fmla="*/ 0 h 1334751"/>
              <a:gd name="connsiteX0-101" fmla="*/ 0 w 1667212"/>
              <a:gd name="connsiteY0-102" fmla="*/ 0 h 1334751"/>
              <a:gd name="connsiteX1-103" fmla="*/ 1508236 w 1667212"/>
              <a:gd name="connsiteY1-104" fmla="*/ 0 h 1334751"/>
              <a:gd name="connsiteX2-105" fmla="*/ 1242228 w 1667212"/>
              <a:gd name="connsiteY2-106" fmla="*/ 1251890 h 1334751"/>
              <a:gd name="connsiteX3-107" fmla="*/ 0 w 1667212"/>
              <a:gd name="connsiteY3-108" fmla="*/ 1085636 h 1334751"/>
              <a:gd name="connsiteX4-109" fmla="*/ 0 w 1667212"/>
              <a:gd name="connsiteY4-110" fmla="*/ 0 h 1334751"/>
              <a:gd name="connsiteX0-111" fmla="*/ 0 w 1508236"/>
              <a:gd name="connsiteY0-112" fmla="*/ 0 h 1085636"/>
              <a:gd name="connsiteX1-113" fmla="*/ 1508236 w 1508236"/>
              <a:gd name="connsiteY1-114" fmla="*/ 0 h 1085636"/>
              <a:gd name="connsiteX2-115" fmla="*/ 0 w 1508236"/>
              <a:gd name="connsiteY2-116" fmla="*/ 1085636 h 1085636"/>
              <a:gd name="connsiteX3-117" fmla="*/ 0 w 1508236"/>
              <a:gd name="connsiteY3-118" fmla="*/ 0 h 1085636"/>
              <a:gd name="connsiteX0-119" fmla="*/ 0 w 1616803"/>
              <a:gd name="connsiteY0-120" fmla="*/ 0 h 1085636"/>
              <a:gd name="connsiteX1-121" fmla="*/ 1508236 w 1616803"/>
              <a:gd name="connsiteY1-122" fmla="*/ 0 h 1085636"/>
              <a:gd name="connsiteX2-123" fmla="*/ 0 w 1616803"/>
              <a:gd name="connsiteY2-124" fmla="*/ 1085636 h 1085636"/>
              <a:gd name="connsiteX3-125" fmla="*/ 0 w 1616803"/>
              <a:gd name="connsiteY3-126" fmla="*/ 0 h 1085636"/>
              <a:gd name="connsiteX0-127" fmla="*/ 0 w 1634334"/>
              <a:gd name="connsiteY0-128" fmla="*/ 0 h 1085636"/>
              <a:gd name="connsiteX1-129" fmla="*/ 1508236 w 1634334"/>
              <a:gd name="connsiteY1-130" fmla="*/ 0 h 1085636"/>
              <a:gd name="connsiteX2-131" fmla="*/ 0 w 1634334"/>
              <a:gd name="connsiteY2-132" fmla="*/ 1085636 h 1085636"/>
              <a:gd name="connsiteX3-133" fmla="*/ 0 w 1634334"/>
              <a:gd name="connsiteY3-134" fmla="*/ 0 h 1085636"/>
              <a:gd name="connsiteX0-135" fmla="*/ 0 w 1514357"/>
              <a:gd name="connsiteY0-136" fmla="*/ 0 h 1085636"/>
              <a:gd name="connsiteX1-137" fmla="*/ 1508236 w 1514357"/>
              <a:gd name="connsiteY1-138" fmla="*/ 0 h 1085636"/>
              <a:gd name="connsiteX2-139" fmla="*/ 0 w 1514357"/>
              <a:gd name="connsiteY2-140" fmla="*/ 1085636 h 1085636"/>
              <a:gd name="connsiteX3-141" fmla="*/ 0 w 1514357"/>
              <a:gd name="connsiteY3-142" fmla="*/ 0 h 1085636"/>
              <a:gd name="connsiteX0-143" fmla="*/ 0 w 1513093"/>
              <a:gd name="connsiteY0-144" fmla="*/ 0 h 1222197"/>
              <a:gd name="connsiteX1-145" fmla="*/ 1508236 w 1513093"/>
              <a:gd name="connsiteY1-146" fmla="*/ 0 h 1222197"/>
              <a:gd name="connsiteX2-147" fmla="*/ 0 w 1513093"/>
              <a:gd name="connsiteY2-148" fmla="*/ 1085636 h 1222197"/>
              <a:gd name="connsiteX3-149" fmla="*/ 0 w 1513093"/>
              <a:gd name="connsiteY3-150" fmla="*/ 0 h 1222197"/>
              <a:gd name="connsiteX0-151" fmla="*/ 0 w 1513094"/>
              <a:gd name="connsiteY0-152" fmla="*/ 0 h 1170406"/>
              <a:gd name="connsiteX1-153" fmla="*/ 1508236 w 1513094"/>
              <a:gd name="connsiteY1-154" fmla="*/ 0 h 1170406"/>
              <a:gd name="connsiteX2-155" fmla="*/ 0 w 1513094"/>
              <a:gd name="connsiteY2-156" fmla="*/ 1085636 h 1170406"/>
              <a:gd name="connsiteX3-157" fmla="*/ 0 w 1513094"/>
              <a:gd name="connsiteY3-158" fmla="*/ 0 h 1170406"/>
              <a:gd name="connsiteX0-159" fmla="*/ 0 w 1508236"/>
              <a:gd name="connsiteY0-160" fmla="*/ 0 h 1275082"/>
              <a:gd name="connsiteX1-161" fmla="*/ 1508236 w 1508236"/>
              <a:gd name="connsiteY1-162" fmla="*/ 0 h 1275082"/>
              <a:gd name="connsiteX2-163" fmla="*/ 0 w 1508236"/>
              <a:gd name="connsiteY2-164" fmla="*/ 1085636 h 1275082"/>
              <a:gd name="connsiteX3-165" fmla="*/ 0 w 1508236"/>
              <a:gd name="connsiteY3-166" fmla="*/ 0 h 1275082"/>
              <a:gd name="connsiteX0-167" fmla="*/ 0 w 1508236"/>
              <a:gd name="connsiteY0-168" fmla="*/ 0 h 1116910"/>
              <a:gd name="connsiteX1-169" fmla="*/ 1508236 w 1508236"/>
              <a:gd name="connsiteY1-170" fmla="*/ 0 h 1116910"/>
              <a:gd name="connsiteX2-171" fmla="*/ 0 w 1508236"/>
              <a:gd name="connsiteY2-172" fmla="*/ 1085636 h 1116910"/>
              <a:gd name="connsiteX3-173" fmla="*/ 0 w 1508236"/>
              <a:gd name="connsiteY3-174" fmla="*/ 0 h 1116910"/>
              <a:gd name="connsiteX0-175" fmla="*/ 0 w 1508236"/>
              <a:gd name="connsiteY0-176" fmla="*/ 0 h 1085635"/>
              <a:gd name="connsiteX1-177" fmla="*/ 1508236 w 1508236"/>
              <a:gd name="connsiteY1-178" fmla="*/ 0 h 1085635"/>
              <a:gd name="connsiteX2-179" fmla="*/ 0 w 1508236"/>
              <a:gd name="connsiteY2-180" fmla="*/ 1085636 h 1085635"/>
              <a:gd name="connsiteX3-181" fmla="*/ 0 w 1508236"/>
              <a:gd name="connsiteY3-182" fmla="*/ 0 h 1085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08236" h="1085635">
                <a:moveTo>
                  <a:pt x="0" y="0"/>
                </a:moveTo>
                <a:lnTo>
                  <a:pt x="1508236" y="0"/>
                </a:lnTo>
                <a:cubicBezTo>
                  <a:pt x="1091783" y="475398"/>
                  <a:pt x="207599" y="1201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2253442" y="3328546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2253442" y="4223493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2253442" y="5118439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7067767" y="3327564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文本框 24"/>
          <p:cNvSpPr txBox="1"/>
          <p:nvPr userDrawn="1"/>
        </p:nvSpPr>
        <p:spPr>
          <a:xfrm>
            <a:off x="7067767" y="4222511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7067767" y="5117457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" name="文本框 26"/>
          <p:cNvSpPr txBox="1"/>
          <p:nvPr userDrawn="1"/>
        </p:nvSpPr>
        <p:spPr>
          <a:xfrm>
            <a:off x="7067767" y="2432617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8" name="矩形 45"/>
          <p:cNvSpPr>
            <a:spLocks noChangeAspect="1"/>
          </p:cNvSpPr>
          <p:nvPr userDrawn="1"/>
        </p:nvSpPr>
        <p:spPr>
          <a:xfrm rot="10800000">
            <a:off x="10132911" y="5059034"/>
            <a:ext cx="2059088" cy="1798965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-1" fmla="*/ 0 w 1696765"/>
              <a:gd name="connsiteY0-2" fmla="*/ 0 h 1221340"/>
              <a:gd name="connsiteX1-3" fmla="*/ 1508236 w 1696765"/>
              <a:gd name="connsiteY1-4" fmla="*/ 0 h 1221340"/>
              <a:gd name="connsiteX2-5" fmla="*/ 1508236 w 1696765"/>
              <a:gd name="connsiteY2-6" fmla="*/ 1085636 h 1221340"/>
              <a:gd name="connsiteX3-7" fmla="*/ 0 w 1696765"/>
              <a:gd name="connsiteY3-8" fmla="*/ 1085636 h 1221340"/>
              <a:gd name="connsiteX4-9" fmla="*/ 0 w 1696765"/>
              <a:gd name="connsiteY4-10" fmla="*/ 0 h 1221340"/>
              <a:gd name="connsiteX0-11" fmla="*/ 0 w 1625544"/>
              <a:gd name="connsiteY0-12" fmla="*/ 0 h 1292721"/>
              <a:gd name="connsiteX1-13" fmla="*/ 1508236 w 1625544"/>
              <a:gd name="connsiteY1-14" fmla="*/ 0 h 1292721"/>
              <a:gd name="connsiteX2-15" fmla="*/ 1314272 w 1625544"/>
              <a:gd name="connsiteY2-16" fmla="*/ 1202014 h 1292721"/>
              <a:gd name="connsiteX3-17" fmla="*/ 0 w 1625544"/>
              <a:gd name="connsiteY3-18" fmla="*/ 1085636 h 1292721"/>
              <a:gd name="connsiteX4-19" fmla="*/ 0 w 1625544"/>
              <a:gd name="connsiteY4-20" fmla="*/ 0 h 1292721"/>
              <a:gd name="connsiteX0-21" fmla="*/ 0 w 1609402"/>
              <a:gd name="connsiteY0-22" fmla="*/ 0 h 1329990"/>
              <a:gd name="connsiteX1-23" fmla="*/ 1508236 w 1609402"/>
              <a:gd name="connsiteY1-24" fmla="*/ 0 h 1329990"/>
              <a:gd name="connsiteX2-25" fmla="*/ 1242228 w 1609402"/>
              <a:gd name="connsiteY2-26" fmla="*/ 1251890 h 1329990"/>
              <a:gd name="connsiteX3-27" fmla="*/ 0 w 1609402"/>
              <a:gd name="connsiteY3-28" fmla="*/ 1085636 h 1329990"/>
              <a:gd name="connsiteX4-29" fmla="*/ 0 w 1609402"/>
              <a:gd name="connsiteY4-30" fmla="*/ 0 h 1329990"/>
              <a:gd name="connsiteX0-31" fmla="*/ 0 w 1629022"/>
              <a:gd name="connsiteY0-32" fmla="*/ 0 h 1339792"/>
              <a:gd name="connsiteX1-33" fmla="*/ 1508236 w 1629022"/>
              <a:gd name="connsiteY1-34" fmla="*/ 0 h 1339792"/>
              <a:gd name="connsiteX2-35" fmla="*/ 1242228 w 1629022"/>
              <a:gd name="connsiteY2-36" fmla="*/ 1251890 h 1339792"/>
              <a:gd name="connsiteX3-37" fmla="*/ 0 w 1629022"/>
              <a:gd name="connsiteY3-38" fmla="*/ 1085636 h 1339792"/>
              <a:gd name="connsiteX4-39" fmla="*/ 0 w 1629022"/>
              <a:gd name="connsiteY4-40" fmla="*/ 0 h 1339792"/>
              <a:gd name="connsiteX0-41" fmla="*/ 0 w 1658577"/>
              <a:gd name="connsiteY0-42" fmla="*/ 0 h 1339792"/>
              <a:gd name="connsiteX1-43" fmla="*/ 1508236 w 1658577"/>
              <a:gd name="connsiteY1-44" fmla="*/ 0 h 1339792"/>
              <a:gd name="connsiteX2-45" fmla="*/ 1242228 w 1658577"/>
              <a:gd name="connsiteY2-46" fmla="*/ 1251890 h 1339792"/>
              <a:gd name="connsiteX3-47" fmla="*/ 0 w 1658577"/>
              <a:gd name="connsiteY3-48" fmla="*/ 1085636 h 1339792"/>
              <a:gd name="connsiteX4-49" fmla="*/ 0 w 1658577"/>
              <a:gd name="connsiteY4-50" fmla="*/ 0 h 1339792"/>
              <a:gd name="connsiteX0-51" fmla="*/ 0 w 1658577"/>
              <a:gd name="connsiteY0-52" fmla="*/ 0 h 1346672"/>
              <a:gd name="connsiteX1-53" fmla="*/ 1508236 w 1658577"/>
              <a:gd name="connsiteY1-54" fmla="*/ 0 h 1346672"/>
              <a:gd name="connsiteX2-55" fmla="*/ 1242228 w 1658577"/>
              <a:gd name="connsiteY2-56" fmla="*/ 1251890 h 1346672"/>
              <a:gd name="connsiteX3-57" fmla="*/ 0 w 1658577"/>
              <a:gd name="connsiteY3-58" fmla="*/ 1085636 h 1346672"/>
              <a:gd name="connsiteX4-59" fmla="*/ 0 w 1658577"/>
              <a:gd name="connsiteY4-60" fmla="*/ 0 h 1346672"/>
              <a:gd name="connsiteX0-61" fmla="*/ 0 w 1658577"/>
              <a:gd name="connsiteY0-62" fmla="*/ 0 h 1338713"/>
              <a:gd name="connsiteX1-63" fmla="*/ 1508236 w 1658577"/>
              <a:gd name="connsiteY1-64" fmla="*/ 0 h 1338713"/>
              <a:gd name="connsiteX2-65" fmla="*/ 1242228 w 1658577"/>
              <a:gd name="connsiteY2-66" fmla="*/ 1251890 h 1338713"/>
              <a:gd name="connsiteX3-67" fmla="*/ 0 w 1658577"/>
              <a:gd name="connsiteY3-68" fmla="*/ 1085636 h 1338713"/>
              <a:gd name="connsiteX4-69" fmla="*/ 0 w 1658577"/>
              <a:gd name="connsiteY4-70" fmla="*/ 0 h 1338713"/>
              <a:gd name="connsiteX0-71" fmla="*/ 0 w 1658577"/>
              <a:gd name="connsiteY0-72" fmla="*/ 0 h 1345477"/>
              <a:gd name="connsiteX1-73" fmla="*/ 1508236 w 1658577"/>
              <a:gd name="connsiteY1-74" fmla="*/ 0 h 1345477"/>
              <a:gd name="connsiteX2-75" fmla="*/ 1242228 w 1658577"/>
              <a:gd name="connsiteY2-76" fmla="*/ 1251890 h 1345477"/>
              <a:gd name="connsiteX3-77" fmla="*/ 0 w 1658577"/>
              <a:gd name="connsiteY3-78" fmla="*/ 1085636 h 1345477"/>
              <a:gd name="connsiteX4-79" fmla="*/ 0 w 1658577"/>
              <a:gd name="connsiteY4-80" fmla="*/ 0 h 1345477"/>
              <a:gd name="connsiteX0-81" fmla="*/ 0 w 1667451"/>
              <a:gd name="connsiteY0-82" fmla="*/ 0 h 1340553"/>
              <a:gd name="connsiteX1-83" fmla="*/ 1508236 w 1667451"/>
              <a:gd name="connsiteY1-84" fmla="*/ 0 h 1340553"/>
              <a:gd name="connsiteX2-85" fmla="*/ 1242228 w 1667451"/>
              <a:gd name="connsiteY2-86" fmla="*/ 1251890 h 1340553"/>
              <a:gd name="connsiteX3-87" fmla="*/ 0 w 1667451"/>
              <a:gd name="connsiteY3-88" fmla="*/ 1085636 h 1340553"/>
              <a:gd name="connsiteX4-89" fmla="*/ 0 w 1667451"/>
              <a:gd name="connsiteY4-90" fmla="*/ 0 h 1340553"/>
              <a:gd name="connsiteX0-91" fmla="*/ 0 w 1661407"/>
              <a:gd name="connsiteY0-92" fmla="*/ 0 h 1334751"/>
              <a:gd name="connsiteX1-93" fmla="*/ 1508236 w 1661407"/>
              <a:gd name="connsiteY1-94" fmla="*/ 0 h 1334751"/>
              <a:gd name="connsiteX2-95" fmla="*/ 1242228 w 1661407"/>
              <a:gd name="connsiteY2-96" fmla="*/ 1251890 h 1334751"/>
              <a:gd name="connsiteX3-97" fmla="*/ 0 w 1661407"/>
              <a:gd name="connsiteY3-98" fmla="*/ 1085636 h 1334751"/>
              <a:gd name="connsiteX4-99" fmla="*/ 0 w 1661407"/>
              <a:gd name="connsiteY4-100" fmla="*/ 0 h 1334751"/>
              <a:gd name="connsiteX0-101" fmla="*/ 0 w 1667212"/>
              <a:gd name="connsiteY0-102" fmla="*/ 0 h 1334751"/>
              <a:gd name="connsiteX1-103" fmla="*/ 1508236 w 1667212"/>
              <a:gd name="connsiteY1-104" fmla="*/ 0 h 1334751"/>
              <a:gd name="connsiteX2-105" fmla="*/ 1242228 w 1667212"/>
              <a:gd name="connsiteY2-106" fmla="*/ 1251890 h 1334751"/>
              <a:gd name="connsiteX3-107" fmla="*/ 0 w 1667212"/>
              <a:gd name="connsiteY3-108" fmla="*/ 1085636 h 1334751"/>
              <a:gd name="connsiteX4-109" fmla="*/ 0 w 1667212"/>
              <a:gd name="connsiteY4-110" fmla="*/ 0 h 1334751"/>
              <a:gd name="connsiteX0-111" fmla="*/ 0 w 1508236"/>
              <a:gd name="connsiteY0-112" fmla="*/ 0 h 1085636"/>
              <a:gd name="connsiteX1-113" fmla="*/ 1508236 w 1508236"/>
              <a:gd name="connsiteY1-114" fmla="*/ 0 h 1085636"/>
              <a:gd name="connsiteX2-115" fmla="*/ 0 w 1508236"/>
              <a:gd name="connsiteY2-116" fmla="*/ 1085636 h 1085636"/>
              <a:gd name="connsiteX3-117" fmla="*/ 0 w 1508236"/>
              <a:gd name="connsiteY3-118" fmla="*/ 0 h 1085636"/>
              <a:gd name="connsiteX0-119" fmla="*/ 0 w 1616803"/>
              <a:gd name="connsiteY0-120" fmla="*/ 0 h 1085636"/>
              <a:gd name="connsiteX1-121" fmla="*/ 1508236 w 1616803"/>
              <a:gd name="connsiteY1-122" fmla="*/ 0 h 1085636"/>
              <a:gd name="connsiteX2-123" fmla="*/ 0 w 1616803"/>
              <a:gd name="connsiteY2-124" fmla="*/ 1085636 h 1085636"/>
              <a:gd name="connsiteX3-125" fmla="*/ 0 w 1616803"/>
              <a:gd name="connsiteY3-126" fmla="*/ 0 h 1085636"/>
              <a:gd name="connsiteX0-127" fmla="*/ 0 w 1634334"/>
              <a:gd name="connsiteY0-128" fmla="*/ 0 h 1085636"/>
              <a:gd name="connsiteX1-129" fmla="*/ 1508236 w 1634334"/>
              <a:gd name="connsiteY1-130" fmla="*/ 0 h 1085636"/>
              <a:gd name="connsiteX2-131" fmla="*/ 0 w 1634334"/>
              <a:gd name="connsiteY2-132" fmla="*/ 1085636 h 1085636"/>
              <a:gd name="connsiteX3-133" fmla="*/ 0 w 1634334"/>
              <a:gd name="connsiteY3-134" fmla="*/ 0 h 1085636"/>
              <a:gd name="connsiteX0-135" fmla="*/ 0 w 1514357"/>
              <a:gd name="connsiteY0-136" fmla="*/ 0 h 1085636"/>
              <a:gd name="connsiteX1-137" fmla="*/ 1508236 w 1514357"/>
              <a:gd name="connsiteY1-138" fmla="*/ 0 h 1085636"/>
              <a:gd name="connsiteX2-139" fmla="*/ 0 w 1514357"/>
              <a:gd name="connsiteY2-140" fmla="*/ 1085636 h 1085636"/>
              <a:gd name="connsiteX3-141" fmla="*/ 0 w 1514357"/>
              <a:gd name="connsiteY3-142" fmla="*/ 0 h 1085636"/>
              <a:gd name="connsiteX0-143" fmla="*/ 0 w 1513093"/>
              <a:gd name="connsiteY0-144" fmla="*/ 0 h 1222197"/>
              <a:gd name="connsiteX1-145" fmla="*/ 1508236 w 1513093"/>
              <a:gd name="connsiteY1-146" fmla="*/ 0 h 1222197"/>
              <a:gd name="connsiteX2-147" fmla="*/ 0 w 1513093"/>
              <a:gd name="connsiteY2-148" fmla="*/ 1085636 h 1222197"/>
              <a:gd name="connsiteX3-149" fmla="*/ 0 w 1513093"/>
              <a:gd name="connsiteY3-150" fmla="*/ 0 h 1222197"/>
              <a:gd name="connsiteX0-151" fmla="*/ 0 w 1513094"/>
              <a:gd name="connsiteY0-152" fmla="*/ 0 h 1170406"/>
              <a:gd name="connsiteX1-153" fmla="*/ 1508236 w 1513094"/>
              <a:gd name="connsiteY1-154" fmla="*/ 0 h 1170406"/>
              <a:gd name="connsiteX2-155" fmla="*/ 0 w 1513094"/>
              <a:gd name="connsiteY2-156" fmla="*/ 1085636 h 1170406"/>
              <a:gd name="connsiteX3-157" fmla="*/ 0 w 1513094"/>
              <a:gd name="connsiteY3-158" fmla="*/ 0 h 1170406"/>
              <a:gd name="connsiteX0-159" fmla="*/ 0 w 1508236"/>
              <a:gd name="connsiteY0-160" fmla="*/ 0 h 1275082"/>
              <a:gd name="connsiteX1-161" fmla="*/ 1508236 w 1508236"/>
              <a:gd name="connsiteY1-162" fmla="*/ 0 h 1275082"/>
              <a:gd name="connsiteX2-163" fmla="*/ 0 w 1508236"/>
              <a:gd name="connsiteY2-164" fmla="*/ 1085636 h 1275082"/>
              <a:gd name="connsiteX3-165" fmla="*/ 0 w 1508236"/>
              <a:gd name="connsiteY3-166" fmla="*/ 0 h 1275082"/>
              <a:gd name="connsiteX0-167" fmla="*/ 0 w 1508236"/>
              <a:gd name="connsiteY0-168" fmla="*/ 0 h 1116910"/>
              <a:gd name="connsiteX1-169" fmla="*/ 1508236 w 1508236"/>
              <a:gd name="connsiteY1-170" fmla="*/ 0 h 1116910"/>
              <a:gd name="connsiteX2-171" fmla="*/ 0 w 1508236"/>
              <a:gd name="connsiteY2-172" fmla="*/ 1085636 h 1116910"/>
              <a:gd name="connsiteX3-173" fmla="*/ 0 w 1508236"/>
              <a:gd name="connsiteY3-174" fmla="*/ 0 h 1116910"/>
              <a:gd name="connsiteX0-175" fmla="*/ 0 w 1508236"/>
              <a:gd name="connsiteY0-176" fmla="*/ 0 h 1085635"/>
              <a:gd name="connsiteX1-177" fmla="*/ 1508236 w 1508236"/>
              <a:gd name="connsiteY1-178" fmla="*/ 0 h 1085635"/>
              <a:gd name="connsiteX2-179" fmla="*/ 0 w 1508236"/>
              <a:gd name="connsiteY2-180" fmla="*/ 1085636 h 1085635"/>
              <a:gd name="connsiteX3-181" fmla="*/ 0 w 1508236"/>
              <a:gd name="connsiteY3-182" fmla="*/ 0 h 1085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08236" h="1085635">
                <a:moveTo>
                  <a:pt x="0" y="0"/>
                </a:moveTo>
                <a:lnTo>
                  <a:pt x="1508236" y="0"/>
                </a:lnTo>
                <a:cubicBezTo>
                  <a:pt x="1091783" y="475398"/>
                  <a:pt x="207599" y="1201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sp>
        <p:nvSpPr>
          <p:cNvPr id="9" name="正文级别 1…"/>
          <p:cNvSpPr txBox="1">
            <a:spLocks noGrp="1"/>
          </p:cNvSpPr>
          <p:nvPr>
            <p:ph type="body" idx="1"/>
          </p:nvPr>
        </p:nvSpPr>
        <p:spPr>
          <a:xfrm>
            <a:off x="606531" y="1423348"/>
            <a:ext cx="10972801" cy="4789961"/>
          </a:xfrm>
          <a:prstGeom prst="rect">
            <a:avLst/>
          </a:prstGeom>
        </p:spPr>
        <p:txBody>
          <a:bodyPr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3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31" name="标题文本"/>
          <p:cNvSpPr txBox="1">
            <a:spLocks noGrp="1"/>
          </p:cNvSpPr>
          <p:nvPr>
            <p:ph type="title"/>
          </p:nvPr>
        </p:nvSpPr>
        <p:spPr>
          <a:xfrm>
            <a:off x="1015998" y="77972"/>
            <a:ext cx="9846769" cy="91678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3" name="菱形 2"/>
          <p:cNvSpPr/>
          <p:nvPr userDrawn="1"/>
        </p:nvSpPr>
        <p:spPr>
          <a:xfrm>
            <a:off x="449943" y="333831"/>
            <a:ext cx="391885" cy="377487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菱形 3"/>
          <p:cNvSpPr/>
          <p:nvPr userDrawn="1"/>
        </p:nvSpPr>
        <p:spPr>
          <a:xfrm>
            <a:off x="624113" y="350987"/>
            <a:ext cx="391885" cy="377487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8" name="标题文本"/>
          <p:cNvSpPr txBox="1">
            <a:spLocks noGrp="1"/>
          </p:cNvSpPr>
          <p:nvPr>
            <p:ph type="title"/>
          </p:nvPr>
        </p:nvSpPr>
        <p:spPr>
          <a:xfrm rot="5400000">
            <a:off x="-2485434" y="3453907"/>
            <a:ext cx="6219698" cy="108397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9" name="正文级别 1…"/>
          <p:cNvSpPr txBox="1">
            <a:spLocks noGrp="1"/>
          </p:cNvSpPr>
          <p:nvPr>
            <p:ph type="body" idx="1"/>
          </p:nvPr>
        </p:nvSpPr>
        <p:spPr>
          <a:xfrm>
            <a:off x="1295400" y="500283"/>
            <a:ext cx="10272184" cy="5424268"/>
          </a:xfrm>
          <a:prstGeom prst="rect">
            <a:avLst/>
          </a:prstGeom>
        </p:spPr>
        <p:txBody>
          <a:bodyPr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pic>
        <p:nvPicPr>
          <p:cNvPr id="2" name="Picture 3" descr="C:\Users\Administrator\Desktop\麦哲思原色.png麦哲思原色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0499591" y="199151"/>
            <a:ext cx="1424872" cy="5246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菱形 3"/>
          <p:cNvSpPr/>
          <p:nvPr userDrawn="1"/>
        </p:nvSpPr>
        <p:spPr>
          <a:xfrm>
            <a:off x="449943" y="333831"/>
            <a:ext cx="391885" cy="377487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菱形 2"/>
          <p:cNvSpPr/>
          <p:nvPr userDrawn="1"/>
        </p:nvSpPr>
        <p:spPr>
          <a:xfrm>
            <a:off x="624113" y="350987"/>
            <a:ext cx="391885" cy="377487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59" y="6365142"/>
            <a:ext cx="2844497" cy="31671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144" y="6393595"/>
            <a:ext cx="589021" cy="288266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文本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8" name="Picture 3" descr="C:\Users\Administrator\Desktop\麦哲思原色.png麦哲思原色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0074959" y="408991"/>
            <a:ext cx="1736090" cy="63925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144" y="6393595"/>
            <a:ext cx="589021" cy="28826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59" y="6365142"/>
            <a:ext cx="2844497" cy="316719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3072" y="1445089"/>
            <a:ext cx="5386917" cy="639763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3072" y="2084851"/>
            <a:ext cx="5386917" cy="3951288"/>
          </a:xfrm>
        </p:spPr>
        <p:txBody>
          <a:bodyPr>
            <a:normAutofit/>
          </a:bodyPr>
          <a:lstStyle>
            <a:lvl1pPr>
              <a:defRPr sz="2000"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  <a:lvl2pPr>
              <a:defRPr sz="1800">
                <a:latin typeface="思源黑体 CN" panose="020B0500000000000000" pitchFamily="34" charset="-122"/>
                <a:ea typeface="思源黑体 CN" panose="020B0500000000000000" pitchFamily="34" charset="-122"/>
              </a:defRPr>
            </a:lvl2pPr>
            <a:lvl3pPr>
              <a:defRPr sz="1600">
                <a:latin typeface="思源黑体 CN" panose="020B0500000000000000" pitchFamily="34" charset="-122"/>
                <a:ea typeface="思源黑体 CN" panose="020B0500000000000000" pitchFamily="34" charset="-122"/>
              </a:defRPr>
            </a:lvl3pPr>
            <a:lvl4pPr>
              <a:defRPr sz="1400">
                <a:latin typeface="思源黑体 CN" panose="020B0500000000000000" pitchFamily="34" charset="-122"/>
                <a:ea typeface="思源黑体 CN" panose="020B0500000000000000" pitchFamily="34" charset="-122"/>
              </a:defRPr>
            </a:lvl4pPr>
            <a:lvl5pPr>
              <a:defRPr sz="1200">
                <a:latin typeface="思源黑体 CN" panose="020B0500000000000000" pitchFamily="34" charset="-122"/>
                <a:ea typeface="思源黑体 CN" panose="020B0500000000000000" pitchFamily="34" charset="-122"/>
              </a:defRPr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841" y="1445089"/>
            <a:ext cx="5389033" cy="639763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841" y="2084851"/>
            <a:ext cx="5389033" cy="3951288"/>
          </a:xfrm>
        </p:spPr>
        <p:txBody>
          <a:bodyPr>
            <a:normAutofit/>
          </a:bodyPr>
          <a:lstStyle>
            <a:lvl1pPr>
              <a:defRPr sz="2000"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  <a:lvl2pPr>
              <a:defRPr sz="1800">
                <a:latin typeface="思源黑体 CN" panose="020B0500000000000000" pitchFamily="34" charset="-122"/>
                <a:ea typeface="思源黑体 CN" panose="020B0500000000000000" pitchFamily="34" charset="-122"/>
              </a:defRPr>
            </a:lvl2pPr>
            <a:lvl3pPr>
              <a:defRPr sz="1600">
                <a:latin typeface="思源黑体 CN" panose="020B0500000000000000" pitchFamily="34" charset="-122"/>
                <a:ea typeface="思源黑体 CN" panose="020B0500000000000000" pitchFamily="34" charset="-122"/>
              </a:defRPr>
            </a:lvl3pPr>
            <a:lvl4pPr>
              <a:defRPr sz="1400">
                <a:latin typeface="思源黑体 CN" panose="020B0500000000000000" pitchFamily="34" charset="-122"/>
                <a:ea typeface="思源黑体 CN" panose="020B0500000000000000" pitchFamily="34" charset="-122"/>
              </a:defRPr>
            </a:lvl4pPr>
            <a:lvl5pPr>
              <a:defRPr sz="1200">
                <a:latin typeface="思源黑体 CN" panose="020B0500000000000000" pitchFamily="34" charset="-122"/>
                <a:ea typeface="思源黑体 CN" panose="020B0500000000000000" pitchFamily="34" charset="-122"/>
              </a:defRPr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2" name="菱形 1"/>
          <p:cNvSpPr/>
          <p:nvPr userDrawn="1"/>
        </p:nvSpPr>
        <p:spPr>
          <a:xfrm>
            <a:off x="449943" y="333831"/>
            <a:ext cx="391885" cy="377487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菱形 9"/>
          <p:cNvSpPr/>
          <p:nvPr userDrawn="1"/>
        </p:nvSpPr>
        <p:spPr>
          <a:xfrm>
            <a:off x="624113" y="350987"/>
            <a:ext cx="391885" cy="377487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文本"/>
          <p:cNvSpPr txBox="1">
            <a:spLocks noGrp="1"/>
          </p:cNvSpPr>
          <p:nvPr>
            <p:ph type="title"/>
          </p:nvPr>
        </p:nvSpPr>
        <p:spPr>
          <a:xfrm>
            <a:off x="914400" y="2401441"/>
            <a:ext cx="10363200" cy="1470026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5200">
                <a:solidFill>
                  <a:schemeClr val="accent4">
                    <a:lumMod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21" name="Picture 3" descr="C:\Users\Administrator\Desktop\麦哲思原色.png麦哲思原色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48646" y="124864"/>
            <a:ext cx="1803907" cy="6640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矩形 45"/>
          <p:cNvSpPr>
            <a:spLocks noChangeAspect="1"/>
          </p:cNvSpPr>
          <p:nvPr userDrawn="1"/>
        </p:nvSpPr>
        <p:spPr>
          <a:xfrm>
            <a:off x="-6003" y="56137"/>
            <a:ext cx="1112458" cy="2335353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-1" fmla="*/ 0 w 1696765"/>
              <a:gd name="connsiteY0-2" fmla="*/ 0 h 1221340"/>
              <a:gd name="connsiteX1-3" fmla="*/ 1508236 w 1696765"/>
              <a:gd name="connsiteY1-4" fmla="*/ 0 h 1221340"/>
              <a:gd name="connsiteX2-5" fmla="*/ 1508236 w 1696765"/>
              <a:gd name="connsiteY2-6" fmla="*/ 1085636 h 1221340"/>
              <a:gd name="connsiteX3-7" fmla="*/ 0 w 1696765"/>
              <a:gd name="connsiteY3-8" fmla="*/ 1085636 h 1221340"/>
              <a:gd name="connsiteX4-9" fmla="*/ 0 w 1696765"/>
              <a:gd name="connsiteY4-10" fmla="*/ 0 h 1221340"/>
              <a:gd name="connsiteX0-11" fmla="*/ 0 w 1625544"/>
              <a:gd name="connsiteY0-12" fmla="*/ 0 h 1292721"/>
              <a:gd name="connsiteX1-13" fmla="*/ 1508236 w 1625544"/>
              <a:gd name="connsiteY1-14" fmla="*/ 0 h 1292721"/>
              <a:gd name="connsiteX2-15" fmla="*/ 1314272 w 1625544"/>
              <a:gd name="connsiteY2-16" fmla="*/ 1202014 h 1292721"/>
              <a:gd name="connsiteX3-17" fmla="*/ 0 w 1625544"/>
              <a:gd name="connsiteY3-18" fmla="*/ 1085636 h 1292721"/>
              <a:gd name="connsiteX4-19" fmla="*/ 0 w 1625544"/>
              <a:gd name="connsiteY4-20" fmla="*/ 0 h 1292721"/>
              <a:gd name="connsiteX0-21" fmla="*/ 0 w 1609402"/>
              <a:gd name="connsiteY0-22" fmla="*/ 0 h 1329990"/>
              <a:gd name="connsiteX1-23" fmla="*/ 1508236 w 1609402"/>
              <a:gd name="connsiteY1-24" fmla="*/ 0 h 1329990"/>
              <a:gd name="connsiteX2-25" fmla="*/ 1242228 w 1609402"/>
              <a:gd name="connsiteY2-26" fmla="*/ 1251890 h 1329990"/>
              <a:gd name="connsiteX3-27" fmla="*/ 0 w 1609402"/>
              <a:gd name="connsiteY3-28" fmla="*/ 1085636 h 1329990"/>
              <a:gd name="connsiteX4-29" fmla="*/ 0 w 1609402"/>
              <a:gd name="connsiteY4-30" fmla="*/ 0 h 1329990"/>
              <a:gd name="connsiteX0-31" fmla="*/ 0 w 1629022"/>
              <a:gd name="connsiteY0-32" fmla="*/ 0 h 1339792"/>
              <a:gd name="connsiteX1-33" fmla="*/ 1508236 w 1629022"/>
              <a:gd name="connsiteY1-34" fmla="*/ 0 h 1339792"/>
              <a:gd name="connsiteX2-35" fmla="*/ 1242228 w 1629022"/>
              <a:gd name="connsiteY2-36" fmla="*/ 1251890 h 1339792"/>
              <a:gd name="connsiteX3-37" fmla="*/ 0 w 1629022"/>
              <a:gd name="connsiteY3-38" fmla="*/ 1085636 h 1339792"/>
              <a:gd name="connsiteX4-39" fmla="*/ 0 w 1629022"/>
              <a:gd name="connsiteY4-40" fmla="*/ 0 h 1339792"/>
              <a:gd name="connsiteX0-41" fmla="*/ 0 w 1658577"/>
              <a:gd name="connsiteY0-42" fmla="*/ 0 h 1339792"/>
              <a:gd name="connsiteX1-43" fmla="*/ 1508236 w 1658577"/>
              <a:gd name="connsiteY1-44" fmla="*/ 0 h 1339792"/>
              <a:gd name="connsiteX2-45" fmla="*/ 1242228 w 1658577"/>
              <a:gd name="connsiteY2-46" fmla="*/ 1251890 h 1339792"/>
              <a:gd name="connsiteX3-47" fmla="*/ 0 w 1658577"/>
              <a:gd name="connsiteY3-48" fmla="*/ 1085636 h 1339792"/>
              <a:gd name="connsiteX4-49" fmla="*/ 0 w 1658577"/>
              <a:gd name="connsiteY4-50" fmla="*/ 0 h 1339792"/>
              <a:gd name="connsiteX0-51" fmla="*/ 0 w 1658577"/>
              <a:gd name="connsiteY0-52" fmla="*/ 0 h 1346672"/>
              <a:gd name="connsiteX1-53" fmla="*/ 1508236 w 1658577"/>
              <a:gd name="connsiteY1-54" fmla="*/ 0 h 1346672"/>
              <a:gd name="connsiteX2-55" fmla="*/ 1242228 w 1658577"/>
              <a:gd name="connsiteY2-56" fmla="*/ 1251890 h 1346672"/>
              <a:gd name="connsiteX3-57" fmla="*/ 0 w 1658577"/>
              <a:gd name="connsiteY3-58" fmla="*/ 1085636 h 1346672"/>
              <a:gd name="connsiteX4-59" fmla="*/ 0 w 1658577"/>
              <a:gd name="connsiteY4-60" fmla="*/ 0 h 1346672"/>
              <a:gd name="connsiteX0-61" fmla="*/ 0 w 1658577"/>
              <a:gd name="connsiteY0-62" fmla="*/ 0 h 1338713"/>
              <a:gd name="connsiteX1-63" fmla="*/ 1508236 w 1658577"/>
              <a:gd name="connsiteY1-64" fmla="*/ 0 h 1338713"/>
              <a:gd name="connsiteX2-65" fmla="*/ 1242228 w 1658577"/>
              <a:gd name="connsiteY2-66" fmla="*/ 1251890 h 1338713"/>
              <a:gd name="connsiteX3-67" fmla="*/ 0 w 1658577"/>
              <a:gd name="connsiteY3-68" fmla="*/ 1085636 h 1338713"/>
              <a:gd name="connsiteX4-69" fmla="*/ 0 w 1658577"/>
              <a:gd name="connsiteY4-70" fmla="*/ 0 h 1338713"/>
              <a:gd name="connsiteX0-71" fmla="*/ 0 w 1658577"/>
              <a:gd name="connsiteY0-72" fmla="*/ 0 h 1345477"/>
              <a:gd name="connsiteX1-73" fmla="*/ 1508236 w 1658577"/>
              <a:gd name="connsiteY1-74" fmla="*/ 0 h 1345477"/>
              <a:gd name="connsiteX2-75" fmla="*/ 1242228 w 1658577"/>
              <a:gd name="connsiteY2-76" fmla="*/ 1251890 h 1345477"/>
              <a:gd name="connsiteX3-77" fmla="*/ 0 w 1658577"/>
              <a:gd name="connsiteY3-78" fmla="*/ 1085636 h 1345477"/>
              <a:gd name="connsiteX4-79" fmla="*/ 0 w 1658577"/>
              <a:gd name="connsiteY4-80" fmla="*/ 0 h 1345477"/>
              <a:gd name="connsiteX0-81" fmla="*/ 0 w 1667451"/>
              <a:gd name="connsiteY0-82" fmla="*/ 0 h 1340553"/>
              <a:gd name="connsiteX1-83" fmla="*/ 1508236 w 1667451"/>
              <a:gd name="connsiteY1-84" fmla="*/ 0 h 1340553"/>
              <a:gd name="connsiteX2-85" fmla="*/ 1242228 w 1667451"/>
              <a:gd name="connsiteY2-86" fmla="*/ 1251890 h 1340553"/>
              <a:gd name="connsiteX3-87" fmla="*/ 0 w 1667451"/>
              <a:gd name="connsiteY3-88" fmla="*/ 1085636 h 1340553"/>
              <a:gd name="connsiteX4-89" fmla="*/ 0 w 1667451"/>
              <a:gd name="connsiteY4-90" fmla="*/ 0 h 1340553"/>
              <a:gd name="connsiteX0-91" fmla="*/ 0 w 1661407"/>
              <a:gd name="connsiteY0-92" fmla="*/ 0 h 1334751"/>
              <a:gd name="connsiteX1-93" fmla="*/ 1508236 w 1661407"/>
              <a:gd name="connsiteY1-94" fmla="*/ 0 h 1334751"/>
              <a:gd name="connsiteX2-95" fmla="*/ 1242228 w 1661407"/>
              <a:gd name="connsiteY2-96" fmla="*/ 1251890 h 1334751"/>
              <a:gd name="connsiteX3-97" fmla="*/ 0 w 1661407"/>
              <a:gd name="connsiteY3-98" fmla="*/ 1085636 h 1334751"/>
              <a:gd name="connsiteX4-99" fmla="*/ 0 w 1661407"/>
              <a:gd name="connsiteY4-100" fmla="*/ 0 h 1334751"/>
              <a:gd name="connsiteX0-101" fmla="*/ 0 w 1667212"/>
              <a:gd name="connsiteY0-102" fmla="*/ 0 h 1334751"/>
              <a:gd name="connsiteX1-103" fmla="*/ 1508236 w 1667212"/>
              <a:gd name="connsiteY1-104" fmla="*/ 0 h 1334751"/>
              <a:gd name="connsiteX2-105" fmla="*/ 1242228 w 1667212"/>
              <a:gd name="connsiteY2-106" fmla="*/ 1251890 h 1334751"/>
              <a:gd name="connsiteX3-107" fmla="*/ 0 w 1667212"/>
              <a:gd name="connsiteY3-108" fmla="*/ 1085636 h 1334751"/>
              <a:gd name="connsiteX4-109" fmla="*/ 0 w 1667212"/>
              <a:gd name="connsiteY4-110" fmla="*/ 0 h 1334751"/>
              <a:gd name="connsiteX0-111" fmla="*/ 0 w 1508236"/>
              <a:gd name="connsiteY0-112" fmla="*/ 0 h 1085636"/>
              <a:gd name="connsiteX1-113" fmla="*/ 1508236 w 1508236"/>
              <a:gd name="connsiteY1-114" fmla="*/ 0 h 1085636"/>
              <a:gd name="connsiteX2-115" fmla="*/ 0 w 1508236"/>
              <a:gd name="connsiteY2-116" fmla="*/ 1085636 h 1085636"/>
              <a:gd name="connsiteX3-117" fmla="*/ 0 w 1508236"/>
              <a:gd name="connsiteY3-118" fmla="*/ 0 h 1085636"/>
              <a:gd name="connsiteX0-119" fmla="*/ 0 w 1616803"/>
              <a:gd name="connsiteY0-120" fmla="*/ 0 h 1085636"/>
              <a:gd name="connsiteX1-121" fmla="*/ 1508236 w 1616803"/>
              <a:gd name="connsiteY1-122" fmla="*/ 0 h 1085636"/>
              <a:gd name="connsiteX2-123" fmla="*/ 0 w 1616803"/>
              <a:gd name="connsiteY2-124" fmla="*/ 1085636 h 1085636"/>
              <a:gd name="connsiteX3-125" fmla="*/ 0 w 1616803"/>
              <a:gd name="connsiteY3-126" fmla="*/ 0 h 1085636"/>
              <a:gd name="connsiteX0-127" fmla="*/ 0 w 1634334"/>
              <a:gd name="connsiteY0-128" fmla="*/ 0 h 1085636"/>
              <a:gd name="connsiteX1-129" fmla="*/ 1508236 w 1634334"/>
              <a:gd name="connsiteY1-130" fmla="*/ 0 h 1085636"/>
              <a:gd name="connsiteX2-131" fmla="*/ 0 w 1634334"/>
              <a:gd name="connsiteY2-132" fmla="*/ 1085636 h 1085636"/>
              <a:gd name="connsiteX3-133" fmla="*/ 0 w 1634334"/>
              <a:gd name="connsiteY3-134" fmla="*/ 0 h 1085636"/>
              <a:gd name="connsiteX0-135" fmla="*/ 0 w 1514357"/>
              <a:gd name="connsiteY0-136" fmla="*/ 0 h 1085636"/>
              <a:gd name="connsiteX1-137" fmla="*/ 1508236 w 1514357"/>
              <a:gd name="connsiteY1-138" fmla="*/ 0 h 1085636"/>
              <a:gd name="connsiteX2-139" fmla="*/ 0 w 1514357"/>
              <a:gd name="connsiteY2-140" fmla="*/ 1085636 h 1085636"/>
              <a:gd name="connsiteX3-141" fmla="*/ 0 w 1514357"/>
              <a:gd name="connsiteY3-142" fmla="*/ 0 h 1085636"/>
              <a:gd name="connsiteX0-143" fmla="*/ 0 w 1513093"/>
              <a:gd name="connsiteY0-144" fmla="*/ 0 h 1222197"/>
              <a:gd name="connsiteX1-145" fmla="*/ 1508236 w 1513093"/>
              <a:gd name="connsiteY1-146" fmla="*/ 0 h 1222197"/>
              <a:gd name="connsiteX2-147" fmla="*/ 0 w 1513093"/>
              <a:gd name="connsiteY2-148" fmla="*/ 1085636 h 1222197"/>
              <a:gd name="connsiteX3-149" fmla="*/ 0 w 1513093"/>
              <a:gd name="connsiteY3-150" fmla="*/ 0 h 1222197"/>
              <a:gd name="connsiteX0-151" fmla="*/ 0 w 1513094"/>
              <a:gd name="connsiteY0-152" fmla="*/ 0 h 1170406"/>
              <a:gd name="connsiteX1-153" fmla="*/ 1508236 w 1513094"/>
              <a:gd name="connsiteY1-154" fmla="*/ 0 h 1170406"/>
              <a:gd name="connsiteX2-155" fmla="*/ 0 w 1513094"/>
              <a:gd name="connsiteY2-156" fmla="*/ 1085636 h 1170406"/>
              <a:gd name="connsiteX3-157" fmla="*/ 0 w 1513094"/>
              <a:gd name="connsiteY3-158" fmla="*/ 0 h 1170406"/>
              <a:gd name="connsiteX0-159" fmla="*/ 0 w 1508236"/>
              <a:gd name="connsiteY0-160" fmla="*/ 0 h 1275082"/>
              <a:gd name="connsiteX1-161" fmla="*/ 1508236 w 1508236"/>
              <a:gd name="connsiteY1-162" fmla="*/ 0 h 1275082"/>
              <a:gd name="connsiteX2-163" fmla="*/ 0 w 1508236"/>
              <a:gd name="connsiteY2-164" fmla="*/ 1085636 h 1275082"/>
              <a:gd name="connsiteX3-165" fmla="*/ 0 w 1508236"/>
              <a:gd name="connsiteY3-166" fmla="*/ 0 h 1275082"/>
              <a:gd name="connsiteX0-167" fmla="*/ 0 w 1508236"/>
              <a:gd name="connsiteY0-168" fmla="*/ 0 h 1116910"/>
              <a:gd name="connsiteX1-169" fmla="*/ 1508236 w 1508236"/>
              <a:gd name="connsiteY1-170" fmla="*/ 0 h 1116910"/>
              <a:gd name="connsiteX2-171" fmla="*/ 0 w 1508236"/>
              <a:gd name="connsiteY2-172" fmla="*/ 1085636 h 1116910"/>
              <a:gd name="connsiteX3-173" fmla="*/ 0 w 1508236"/>
              <a:gd name="connsiteY3-174" fmla="*/ 0 h 1116910"/>
              <a:gd name="connsiteX0-175" fmla="*/ 0 w 1508236"/>
              <a:gd name="connsiteY0-176" fmla="*/ 0 h 1085635"/>
              <a:gd name="connsiteX1-177" fmla="*/ 1508236 w 1508236"/>
              <a:gd name="connsiteY1-178" fmla="*/ 0 h 1085635"/>
              <a:gd name="connsiteX2-179" fmla="*/ 0 w 1508236"/>
              <a:gd name="connsiteY2-180" fmla="*/ 1085636 h 1085635"/>
              <a:gd name="connsiteX3-181" fmla="*/ 0 w 1508236"/>
              <a:gd name="connsiteY3-182" fmla="*/ 0 h 1085635"/>
              <a:gd name="connsiteX0-183" fmla="*/ 0 w 1508236"/>
              <a:gd name="connsiteY0-184" fmla="*/ 0 h 1085636"/>
              <a:gd name="connsiteX1-185" fmla="*/ 1508236 w 1508236"/>
              <a:gd name="connsiteY1-186" fmla="*/ 0 h 1085636"/>
              <a:gd name="connsiteX2-187" fmla="*/ 0 w 1508236"/>
              <a:gd name="connsiteY2-188" fmla="*/ 1085636 h 1085636"/>
              <a:gd name="connsiteX3-189" fmla="*/ 0 w 1508236"/>
              <a:gd name="connsiteY3-190" fmla="*/ 0 h 1085636"/>
              <a:gd name="connsiteX0-191" fmla="*/ 0 w 1521815"/>
              <a:gd name="connsiteY0-192" fmla="*/ 0 h 1085636"/>
              <a:gd name="connsiteX1-193" fmla="*/ 1508236 w 1521815"/>
              <a:gd name="connsiteY1-194" fmla="*/ 0 h 1085636"/>
              <a:gd name="connsiteX2-195" fmla="*/ 0 w 1521815"/>
              <a:gd name="connsiteY2-196" fmla="*/ 1085636 h 1085636"/>
              <a:gd name="connsiteX3-197" fmla="*/ 0 w 1521815"/>
              <a:gd name="connsiteY3-198" fmla="*/ 0 h 1085636"/>
              <a:gd name="connsiteX0-199" fmla="*/ 0 w 1883667"/>
              <a:gd name="connsiteY0-200" fmla="*/ 0 h 1085636"/>
              <a:gd name="connsiteX1-201" fmla="*/ 1508236 w 1883667"/>
              <a:gd name="connsiteY1-202" fmla="*/ 0 h 1085636"/>
              <a:gd name="connsiteX2-203" fmla="*/ 0 w 1883667"/>
              <a:gd name="connsiteY2-204" fmla="*/ 1085636 h 1085636"/>
              <a:gd name="connsiteX3-205" fmla="*/ 0 w 1883667"/>
              <a:gd name="connsiteY3-206" fmla="*/ 0 h 1085636"/>
              <a:gd name="connsiteX0-207" fmla="*/ 0 w 1680708"/>
              <a:gd name="connsiteY0-208" fmla="*/ 0 h 1085636"/>
              <a:gd name="connsiteX1-209" fmla="*/ 1508236 w 1680708"/>
              <a:gd name="connsiteY1-210" fmla="*/ 0 h 1085636"/>
              <a:gd name="connsiteX2-211" fmla="*/ 0 w 1680708"/>
              <a:gd name="connsiteY2-212" fmla="*/ 1085636 h 1085636"/>
              <a:gd name="connsiteX3-213" fmla="*/ 0 w 1680708"/>
              <a:gd name="connsiteY3-214" fmla="*/ 0 h 1085636"/>
              <a:gd name="connsiteX0-215" fmla="*/ 0 w 1866127"/>
              <a:gd name="connsiteY0-216" fmla="*/ 0 h 1085636"/>
              <a:gd name="connsiteX1-217" fmla="*/ 1508236 w 1866127"/>
              <a:gd name="connsiteY1-218" fmla="*/ 0 h 1085636"/>
              <a:gd name="connsiteX2-219" fmla="*/ 0 w 1866127"/>
              <a:gd name="connsiteY2-220" fmla="*/ 1085636 h 1085636"/>
              <a:gd name="connsiteX3-221" fmla="*/ 0 w 1866127"/>
              <a:gd name="connsiteY3-222" fmla="*/ 0 h 1085636"/>
              <a:gd name="connsiteX0-223" fmla="*/ 0 w 1820325"/>
              <a:gd name="connsiteY0-224" fmla="*/ 0 h 1085636"/>
              <a:gd name="connsiteX1-225" fmla="*/ 1508236 w 1820325"/>
              <a:gd name="connsiteY1-226" fmla="*/ 0 h 1085636"/>
              <a:gd name="connsiteX2-227" fmla="*/ 0 w 1820325"/>
              <a:gd name="connsiteY2-228" fmla="*/ 1085636 h 1085636"/>
              <a:gd name="connsiteX3-229" fmla="*/ 0 w 1820325"/>
              <a:gd name="connsiteY3-230" fmla="*/ 0 h 10856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820325" h="1085636">
                <a:moveTo>
                  <a:pt x="0" y="0"/>
                </a:moveTo>
                <a:lnTo>
                  <a:pt x="1508236" y="0"/>
                </a:lnTo>
                <a:cubicBezTo>
                  <a:pt x="2624414" y="749724"/>
                  <a:pt x="419944" y="4973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sp>
        <p:nvSpPr>
          <p:cNvPr id="4" name="矩形 45"/>
          <p:cNvSpPr>
            <a:spLocks noChangeAspect="1"/>
          </p:cNvSpPr>
          <p:nvPr userDrawn="1"/>
        </p:nvSpPr>
        <p:spPr>
          <a:xfrm>
            <a:off x="-6003" y="5219"/>
            <a:ext cx="2059088" cy="1798965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-1" fmla="*/ 0 w 1696765"/>
              <a:gd name="connsiteY0-2" fmla="*/ 0 h 1221340"/>
              <a:gd name="connsiteX1-3" fmla="*/ 1508236 w 1696765"/>
              <a:gd name="connsiteY1-4" fmla="*/ 0 h 1221340"/>
              <a:gd name="connsiteX2-5" fmla="*/ 1508236 w 1696765"/>
              <a:gd name="connsiteY2-6" fmla="*/ 1085636 h 1221340"/>
              <a:gd name="connsiteX3-7" fmla="*/ 0 w 1696765"/>
              <a:gd name="connsiteY3-8" fmla="*/ 1085636 h 1221340"/>
              <a:gd name="connsiteX4-9" fmla="*/ 0 w 1696765"/>
              <a:gd name="connsiteY4-10" fmla="*/ 0 h 1221340"/>
              <a:gd name="connsiteX0-11" fmla="*/ 0 w 1625544"/>
              <a:gd name="connsiteY0-12" fmla="*/ 0 h 1292721"/>
              <a:gd name="connsiteX1-13" fmla="*/ 1508236 w 1625544"/>
              <a:gd name="connsiteY1-14" fmla="*/ 0 h 1292721"/>
              <a:gd name="connsiteX2-15" fmla="*/ 1314272 w 1625544"/>
              <a:gd name="connsiteY2-16" fmla="*/ 1202014 h 1292721"/>
              <a:gd name="connsiteX3-17" fmla="*/ 0 w 1625544"/>
              <a:gd name="connsiteY3-18" fmla="*/ 1085636 h 1292721"/>
              <a:gd name="connsiteX4-19" fmla="*/ 0 w 1625544"/>
              <a:gd name="connsiteY4-20" fmla="*/ 0 h 1292721"/>
              <a:gd name="connsiteX0-21" fmla="*/ 0 w 1609402"/>
              <a:gd name="connsiteY0-22" fmla="*/ 0 h 1329990"/>
              <a:gd name="connsiteX1-23" fmla="*/ 1508236 w 1609402"/>
              <a:gd name="connsiteY1-24" fmla="*/ 0 h 1329990"/>
              <a:gd name="connsiteX2-25" fmla="*/ 1242228 w 1609402"/>
              <a:gd name="connsiteY2-26" fmla="*/ 1251890 h 1329990"/>
              <a:gd name="connsiteX3-27" fmla="*/ 0 w 1609402"/>
              <a:gd name="connsiteY3-28" fmla="*/ 1085636 h 1329990"/>
              <a:gd name="connsiteX4-29" fmla="*/ 0 w 1609402"/>
              <a:gd name="connsiteY4-30" fmla="*/ 0 h 1329990"/>
              <a:gd name="connsiteX0-31" fmla="*/ 0 w 1629022"/>
              <a:gd name="connsiteY0-32" fmla="*/ 0 h 1339792"/>
              <a:gd name="connsiteX1-33" fmla="*/ 1508236 w 1629022"/>
              <a:gd name="connsiteY1-34" fmla="*/ 0 h 1339792"/>
              <a:gd name="connsiteX2-35" fmla="*/ 1242228 w 1629022"/>
              <a:gd name="connsiteY2-36" fmla="*/ 1251890 h 1339792"/>
              <a:gd name="connsiteX3-37" fmla="*/ 0 w 1629022"/>
              <a:gd name="connsiteY3-38" fmla="*/ 1085636 h 1339792"/>
              <a:gd name="connsiteX4-39" fmla="*/ 0 w 1629022"/>
              <a:gd name="connsiteY4-40" fmla="*/ 0 h 1339792"/>
              <a:gd name="connsiteX0-41" fmla="*/ 0 w 1658577"/>
              <a:gd name="connsiteY0-42" fmla="*/ 0 h 1339792"/>
              <a:gd name="connsiteX1-43" fmla="*/ 1508236 w 1658577"/>
              <a:gd name="connsiteY1-44" fmla="*/ 0 h 1339792"/>
              <a:gd name="connsiteX2-45" fmla="*/ 1242228 w 1658577"/>
              <a:gd name="connsiteY2-46" fmla="*/ 1251890 h 1339792"/>
              <a:gd name="connsiteX3-47" fmla="*/ 0 w 1658577"/>
              <a:gd name="connsiteY3-48" fmla="*/ 1085636 h 1339792"/>
              <a:gd name="connsiteX4-49" fmla="*/ 0 w 1658577"/>
              <a:gd name="connsiteY4-50" fmla="*/ 0 h 1339792"/>
              <a:gd name="connsiteX0-51" fmla="*/ 0 w 1658577"/>
              <a:gd name="connsiteY0-52" fmla="*/ 0 h 1346672"/>
              <a:gd name="connsiteX1-53" fmla="*/ 1508236 w 1658577"/>
              <a:gd name="connsiteY1-54" fmla="*/ 0 h 1346672"/>
              <a:gd name="connsiteX2-55" fmla="*/ 1242228 w 1658577"/>
              <a:gd name="connsiteY2-56" fmla="*/ 1251890 h 1346672"/>
              <a:gd name="connsiteX3-57" fmla="*/ 0 w 1658577"/>
              <a:gd name="connsiteY3-58" fmla="*/ 1085636 h 1346672"/>
              <a:gd name="connsiteX4-59" fmla="*/ 0 w 1658577"/>
              <a:gd name="connsiteY4-60" fmla="*/ 0 h 1346672"/>
              <a:gd name="connsiteX0-61" fmla="*/ 0 w 1658577"/>
              <a:gd name="connsiteY0-62" fmla="*/ 0 h 1338713"/>
              <a:gd name="connsiteX1-63" fmla="*/ 1508236 w 1658577"/>
              <a:gd name="connsiteY1-64" fmla="*/ 0 h 1338713"/>
              <a:gd name="connsiteX2-65" fmla="*/ 1242228 w 1658577"/>
              <a:gd name="connsiteY2-66" fmla="*/ 1251890 h 1338713"/>
              <a:gd name="connsiteX3-67" fmla="*/ 0 w 1658577"/>
              <a:gd name="connsiteY3-68" fmla="*/ 1085636 h 1338713"/>
              <a:gd name="connsiteX4-69" fmla="*/ 0 w 1658577"/>
              <a:gd name="connsiteY4-70" fmla="*/ 0 h 1338713"/>
              <a:gd name="connsiteX0-71" fmla="*/ 0 w 1658577"/>
              <a:gd name="connsiteY0-72" fmla="*/ 0 h 1345477"/>
              <a:gd name="connsiteX1-73" fmla="*/ 1508236 w 1658577"/>
              <a:gd name="connsiteY1-74" fmla="*/ 0 h 1345477"/>
              <a:gd name="connsiteX2-75" fmla="*/ 1242228 w 1658577"/>
              <a:gd name="connsiteY2-76" fmla="*/ 1251890 h 1345477"/>
              <a:gd name="connsiteX3-77" fmla="*/ 0 w 1658577"/>
              <a:gd name="connsiteY3-78" fmla="*/ 1085636 h 1345477"/>
              <a:gd name="connsiteX4-79" fmla="*/ 0 w 1658577"/>
              <a:gd name="connsiteY4-80" fmla="*/ 0 h 1345477"/>
              <a:gd name="connsiteX0-81" fmla="*/ 0 w 1667451"/>
              <a:gd name="connsiteY0-82" fmla="*/ 0 h 1340553"/>
              <a:gd name="connsiteX1-83" fmla="*/ 1508236 w 1667451"/>
              <a:gd name="connsiteY1-84" fmla="*/ 0 h 1340553"/>
              <a:gd name="connsiteX2-85" fmla="*/ 1242228 w 1667451"/>
              <a:gd name="connsiteY2-86" fmla="*/ 1251890 h 1340553"/>
              <a:gd name="connsiteX3-87" fmla="*/ 0 w 1667451"/>
              <a:gd name="connsiteY3-88" fmla="*/ 1085636 h 1340553"/>
              <a:gd name="connsiteX4-89" fmla="*/ 0 w 1667451"/>
              <a:gd name="connsiteY4-90" fmla="*/ 0 h 1340553"/>
              <a:gd name="connsiteX0-91" fmla="*/ 0 w 1661407"/>
              <a:gd name="connsiteY0-92" fmla="*/ 0 h 1334751"/>
              <a:gd name="connsiteX1-93" fmla="*/ 1508236 w 1661407"/>
              <a:gd name="connsiteY1-94" fmla="*/ 0 h 1334751"/>
              <a:gd name="connsiteX2-95" fmla="*/ 1242228 w 1661407"/>
              <a:gd name="connsiteY2-96" fmla="*/ 1251890 h 1334751"/>
              <a:gd name="connsiteX3-97" fmla="*/ 0 w 1661407"/>
              <a:gd name="connsiteY3-98" fmla="*/ 1085636 h 1334751"/>
              <a:gd name="connsiteX4-99" fmla="*/ 0 w 1661407"/>
              <a:gd name="connsiteY4-100" fmla="*/ 0 h 1334751"/>
              <a:gd name="connsiteX0-101" fmla="*/ 0 w 1667212"/>
              <a:gd name="connsiteY0-102" fmla="*/ 0 h 1334751"/>
              <a:gd name="connsiteX1-103" fmla="*/ 1508236 w 1667212"/>
              <a:gd name="connsiteY1-104" fmla="*/ 0 h 1334751"/>
              <a:gd name="connsiteX2-105" fmla="*/ 1242228 w 1667212"/>
              <a:gd name="connsiteY2-106" fmla="*/ 1251890 h 1334751"/>
              <a:gd name="connsiteX3-107" fmla="*/ 0 w 1667212"/>
              <a:gd name="connsiteY3-108" fmla="*/ 1085636 h 1334751"/>
              <a:gd name="connsiteX4-109" fmla="*/ 0 w 1667212"/>
              <a:gd name="connsiteY4-110" fmla="*/ 0 h 1334751"/>
              <a:gd name="connsiteX0-111" fmla="*/ 0 w 1508236"/>
              <a:gd name="connsiteY0-112" fmla="*/ 0 h 1085636"/>
              <a:gd name="connsiteX1-113" fmla="*/ 1508236 w 1508236"/>
              <a:gd name="connsiteY1-114" fmla="*/ 0 h 1085636"/>
              <a:gd name="connsiteX2-115" fmla="*/ 0 w 1508236"/>
              <a:gd name="connsiteY2-116" fmla="*/ 1085636 h 1085636"/>
              <a:gd name="connsiteX3-117" fmla="*/ 0 w 1508236"/>
              <a:gd name="connsiteY3-118" fmla="*/ 0 h 1085636"/>
              <a:gd name="connsiteX0-119" fmla="*/ 0 w 1616803"/>
              <a:gd name="connsiteY0-120" fmla="*/ 0 h 1085636"/>
              <a:gd name="connsiteX1-121" fmla="*/ 1508236 w 1616803"/>
              <a:gd name="connsiteY1-122" fmla="*/ 0 h 1085636"/>
              <a:gd name="connsiteX2-123" fmla="*/ 0 w 1616803"/>
              <a:gd name="connsiteY2-124" fmla="*/ 1085636 h 1085636"/>
              <a:gd name="connsiteX3-125" fmla="*/ 0 w 1616803"/>
              <a:gd name="connsiteY3-126" fmla="*/ 0 h 1085636"/>
              <a:gd name="connsiteX0-127" fmla="*/ 0 w 1634334"/>
              <a:gd name="connsiteY0-128" fmla="*/ 0 h 1085636"/>
              <a:gd name="connsiteX1-129" fmla="*/ 1508236 w 1634334"/>
              <a:gd name="connsiteY1-130" fmla="*/ 0 h 1085636"/>
              <a:gd name="connsiteX2-131" fmla="*/ 0 w 1634334"/>
              <a:gd name="connsiteY2-132" fmla="*/ 1085636 h 1085636"/>
              <a:gd name="connsiteX3-133" fmla="*/ 0 w 1634334"/>
              <a:gd name="connsiteY3-134" fmla="*/ 0 h 1085636"/>
              <a:gd name="connsiteX0-135" fmla="*/ 0 w 1514357"/>
              <a:gd name="connsiteY0-136" fmla="*/ 0 h 1085636"/>
              <a:gd name="connsiteX1-137" fmla="*/ 1508236 w 1514357"/>
              <a:gd name="connsiteY1-138" fmla="*/ 0 h 1085636"/>
              <a:gd name="connsiteX2-139" fmla="*/ 0 w 1514357"/>
              <a:gd name="connsiteY2-140" fmla="*/ 1085636 h 1085636"/>
              <a:gd name="connsiteX3-141" fmla="*/ 0 w 1514357"/>
              <a:gd name="connsiteY3-142" fmla="*/ 0 h 1085636"/>
              <a:gd name="connsiteX0-143" fmla="*/ 0 w 1513093"/>
              <a:gd name="connsiteY0-144" fmla="*/ 0 h 1222197"/>
              <a:gd name="connsiteX1-145" fmla="*/ 1508236 w 1513093"/>
              <a:gd name="connsiteY1-146" fmla="*/ 0 h 1222197"/>
              <a:gd name="connsiteX2-147" fmla="*/ 0 w 1513093"/>
              <a:gd name="connsiteY2-148" fmla="*/ 1085636 h 1222197"/>
              <a:gd name="connsiteX3-149" fmla="*/ 0 w 1513093"/>
              <a:gd name="connsiteY3-150" fmla="*/ 0 h 1222197"/>
              <a:gd name="connsiteX0-151" fmla="*/ 0 w 1513094"/>
              <a:gd name="connsiteY0-152" fmla="*/ 0 h 1170406"/>
              <a:gd name="connsiteX1-153" fmla="*/ 1508236 w 1513094"/>
              <a:gd name="connsiteY1-154" fmla="*/ 0 h 1170406"/>
              <a:gd name="connsiteX2-155" fmla="*/ 0 w 1513094"/>
              <a:gd name="connsiteY2-156" fmla="*/ 1085636 h 1170406"/>
              <a:gd name="connsiteX3-157" fmla="*/ 0 w 1513094"/>
              <a:gd name="connsiteY3-158" fmla="*/ 0 h 1170406"/>
              <a:gd name="connsiteX0-159" fmla="*/ 0 w 1508236"/>
              <a:gd name="connsiteY0-160" fmla="*/ 0 h 1275082"/>
              <a:gd name="connsiteX1-161" fmla="*/ 1508236 w 1508236"/>
              <a:gd name="connsiteY1-162" fmla="*/ 0 h 1275082"/>
              <a:gd name="connsiteX2-163" fmla="*/ 0 w 1508236"/>
              <a:gd name="connsiteY2-164" fmla="*/ 1085636 h 1275082"/>
              <a:gd name="connsiteX3-165" fmla="*/ 0 w 1508236"/>
              <a:gd name="connsiteY3-166" fmla="*/ 0 h 1275082"/>
              <a:gd name="connsiteX0-167" fmla="*/ 0 w 1508236"/>
              <a:gd name="connsiteY0-168" fmla="*/ 0 h 1116910"/>
              <a:gd name="connsiteX1-169" fmla="*/ 1508236 w 1508236"/>
              <a:gd name="connsiteY1-170" fmla="*/ 0 h 1116910"/>
              <a:gd name="connsiteX2-171" fmla="*/ 0 w 1508236"/>
              <a:gd name="connsiteY2-172" fmla="*/ 1085636 h 1116910"/>
              <a:gd name="connsiteX3-173" fmla="*/ 0 w 1508236"/>
              <a:gd name="connsiteY3-174" fmla="*/ 0 h 1116910"/>
              <a:gd name="connsiteX0-175" fmla="*/ 0 w 1508236"/>
              <a:gd name="connsiteY0-176" fmla="*/ 0 h 1085635"/>
              <a:gd name="connsiteX1-177" fmla="*/ 1508236 w 1508236"/>
              <a:gd name="connsiteY1-178" fmla="*/ 0 h 1085635"/>
              <a:gd name="connsiteX2-179" fmla="*/ 0 w 1508236"/>
              <a:gd name="connsiteY2-180" fmla="*/ 1085636 h 1085635"/>
              <a:gd name="connsiteX3-181" fmla="*/ 0 w 1508236"/>
              <a:gd name="connsiteY3-182" fmla="*/ 0 h 1085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08236" h="1085635">
                <a:moveTo>
                  <a:pt x="0" y="0"/>
                </a:moveTo>
                <a:lnTo>
                  <a:pt x="1508236" y="0"/>
                </a:lnTo>
                <a:cubicBezTo>
                  <a:pt x="1091783" y="475398"/>
                  <a:pt x="207599" y="1201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sp>
        <p:nvSpPr>
          <p:cNvPr id="11" name="矩形 45"/>
          <p:cNvSpPr>
            <a:spLocks noChangeAspect="1"/>
          </p:cNvSpPr>
          <p:nvPr userDrawn="1"/>
        </p:nvSpPr>
        <p:spPr>
          <a:xfrm rot="10800000">
            <a:off x="10169912" y="5068985"/>
            <a:ext cx="2059088" cy="1798965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-1" fmla="*/ 0 w 1696765"/>
              <a:gd name="connsiteY0-2" fmla="*/ 0 h 1221340"/>
              <a:gd name="connsiteX1-3" fmla="*/ 1508236 w 1696765"/>
              <a:gd name="connsiteY1-4" fmla="*/ 0 h 1221340"/>
              <a:gd name="connsiteX2-5" fmla="*/ 1508236 w 1696765"/>
              <a:gd name="connsiteY2-6" fmla="*/ 1085636 h 1221340"/>
              <a:gd name="connsiteX3-7" fmla="*/ 0 w 1696765"/>
              <a:gd name="connsiteY3-8" fmla="*/ 1085636 h 1221340"/>
              <a:gd name="connsiteX4-9" fmla="*/ 0 w 1696765"/>
              <a:gd name="connsiteY4-10" fmla="*/ 0 h 1221340"/>
              <a:gd name="connsiteX0-11" fmla="*/ 0 w 1625544"/>
              <a:gd name="connsiteY0-12" fmla="*/ 0 h 1292721"/>
              <a:gd name="connsiteX1-13" fmla="*/ 1508236 w 1625544"/>
              <a:gd name="connsiteY1-14" fmla="*/ 0 h 1292721"/>
              <a:gd name="connsiteX2-15" fmla="*/ 1314272 w 1625544"/>
              <a:gd name="connsiteY2-16" fmla="*/ 1202014 h 1292721"/>
              <a:gd name="connsiteX3-17" fmla="*/ 0 w 1625544"/>
              <a:gd name="connsiteY3-18" fmla="*/ 1085636 h 1292721"/>
              <a:gd name="connsiteX4-19" fmla="*/ 0 w 1625544"/>
              <a:gd name="connsiteY4-20" fmla="*/ 0 h 1292721"/>
              <a:gd name="connsiteX0-21" fmla="*/ 0 w 1609402"/>
              <a:gd name="connsiteY0-22" fmla="*/ 0 h 1329990"/>
              <a:gd name="connsiteX1-23" fmla="*/ 1508236 w 1609402"/>
              <a:gd name="connsiteY1-24" fmla="*/ 0 h 1329990"/>
              <a:gd name="connsiteX2-25" fmla="*/ 1242228 w 1609402"/>
              <a:gd name="connsiteY2-26" fmla="*/ 1251890 h 1329990"/>
              <a:gd name="connsiteX3-27" fmla="*/ 0 w 1609402"/>
              <a:gd name="connsiteY3-28" fmla="*/ 1085636 h 1329990"/>
              <a:gd name="connsiteX4-29" fmla="*/ 0 w 1609402"/>
              <a:gd name="connsiteY4-30" fmla="*/ 0 h 1329990"/>
              <a:gd name="connsiteX0-31" fmla="*/ 0 w 1629022"/>
              <a:gd name="connsiteY0-32" fmla="*/ 0 h 1339792"/>
              <a:gd name="connsiteX1-33" fmla="*/ 1508236 w 1629022"/>
              <a:gd name="connsiteY1-34" fmla="*/ 0 h 1339792"/>
              <a:gd name="connsiteX2-35" fmla="*/ 1242228 w 1629022"/>
              <a:gd name="connsiteY2-36" fmla="*/ 1251890 h 1339792"/>
              <a:gd name="connsiteX3-37" fmla="*/ 0 w 1629022"/>
              <a:gd name="connsiteY3-38" fmla="*/ 1085636 h 1339792"/>
              <a:gd name="connsiteX4-39" fmla="*/ 0 w 1629022"/>
              <a:gd name="connsiteY4-40" fmla="*/ 0 h 1339792"/>
              <a:gd name="connsiteX0-41" fmla="*/ 0 w 1658577"/>
              <a:gd name="connsiteY0-42" fmla="*/ 0 h 1339792"/>
              <a:gd name="connsiteX1-43" fmla="*/ 1508236 w 1658577"/>
              <a:gd name="connsiteY1-44" fmla="*/ 0 h 1339792"/>
              <a:gd name="connsiteX2-45" fmla="*/ 1242228 w 1658577"/>
              <a:gd name="connsiteY2-46" fmla="*/ 1251890 h 1339792"/>
              <a:gd name="connsiteX3-47" fmla="*/ 0 w 1658577"/>
              <a:gd name="connsiteY3-48" fmla="*/ 1085636 h 1339792"/>
              <a:gd name="connsiteX4-49" fmla="*/ 0 w 1658577"/>
              <a:gd name="connsiteY4-50" fmla="*/ 0 h 1339792"/>
              <a:gd name="connsiteX0-51" fmla="*/ 0 w 1658577"/>
              <a:gd name="connsiteY0-52" fmla="*/ 0 h 1346672"/>
              <a:gd name="connsiteX1-53" fmla="*/ 1508236 w 1658577"/>
              <a:gd name="connsiteY1-54" fmla="*/ 0 h 1346672"/>
              <a:gd name="connsiteX2-55" fmla="*/ 1242228 w 1658577"/>
              <a:gd name="connsiteY2-56" fmla="*/ 1251890 h 1346672"/>
              <a:gd name="connsiteX3-57" fmla="*/ 0 w 1658577"/>
              <a:gd name="connsiteY3-58" fmla="*/ 1085636 h 1346672"/>
              <a:gd name="connsiteX4-59" fmla="*/ 0 w 1658577"/>
              <a:gd name="connsiteY4-60" fmla="*/ 0 h 1346672"/>
              <a:gd name="connsiteX0-61" fmla="*/ 0 w 1658577"/>
              <a:gd name="connsiteY0-62" fmla="*/ 0 h 1338713"/>
              <a:gd name="connsiteX1-63" fmla="*/ 1508236 w 1658577"/>
              <a:gd name="connsiteY1-64" fmla="*/ 0 h 1338713"/>
              <a:gd name="connsiteX2-65" fmla="*/ 1242228 w 1658577"/>
              <a:gd name="connsiteY2-66" fmla="*/ 1251890 h 1338713"/>
              <a:gd name="connsiteX3-67" fmla="*/ 0 w 1658577"/>
              <a:gd name="connsiteY3-68" fmla="*/ 1085636 h 1338713"/>
              <a:gd name="connsiteX4-69" fmla="*/ 0 w 1658577"/>
              <a:gd name="connsiteY4-70" fmla="*/ 0 h 1338713"/>
              <a:gd name="connsiteX0-71" fmla="*/ 0 w 1658577"/>
              <a:gd name="connsiteY0-72" fmla="*/ 0 h 1345477"/>
              <a:gd name="connsiteX1-73" fmla="*/ 1508236 w 1658577"/>
              <a:gd name="connsiteY1-74" fmla="*/ 0 h 1345477"/>
              <a:gd name="connsiteX2-75" fmla="*/ 1242228 w 1658577"/>
              <a:gd name="connsiteY2-76" fmla="*/ 1251890 h 1345477"/>
              <a:gd name="connsiteX3-77" fmla="*/ 0 w 1658577"/>
              <a:gd name="connsiteY3-78" fmla="*/ 1085636 h 1345477"/>
              <a:gd name="connsiteX4-79" fmla="*/ 0 w 1658577"/>
              <a:gd name="connsiteY4-80" fmla="*/ 0 h 1345477"/>
              <a:gd name="connsiteX0-81" fmla="*/ 0 w 1667451"/>
              <a:gd name="connsiteY0-82" fmla="*/ 0 h 1340553"/>
              <a:gd name="connsiteX1-83" fmla="*/ 1508236 w 1667451"/>
              <a:gd name="connsiteY1-84" fmla="*/ 0 h 1340553"/>
              <a:gd name="connsiteX2-85" fmla="*/ 1242228 w 1667451"/>
              <a:gd name="connsiteY2-86" fmla="*/ 1251890 h 1340553"/>
              <a:gd name="connsiteX3-87" fmla="*/ 0 w 1667451"/>
              <a:gd name="connsiteY3-88" fmla="*/ 1085636 h 1340553"/>
              <a:gd name="connsiteX4-89" fmla="*/ 0 w 1667451"/>
              <a:gd name="connsiteY4-90" fmla="*/ 0 h 1340553"/>
              <a:gd name="connsiteX0-91" fmla="*/ 0 w 1661407"/>
              <a:gd name="connsiteY0-92" fmla="*/ 0 h 1334751"/>
              <a:gd name="connsiteX1-93" fmla="*/ 1508236 w 1661407"/>
              <a:gd name="connsiteY1-94" fmla="*/ 0 h 1334751"/>
              <a:gd name="connsiteX2-95" fmla="*/ 1242228 w 1661407"/>
              <a:gd name="connsiteY2-96" fmla="*/ 1251890 h 1334751"/>
              <a:gd name="connsiteX3-97" fmla="*/ 0 w 1661407"/>
              <a:gd name="connsiteY3-98" fmla="*/ 1085636 h 1334751"/>
              <a:gd name="connsiteX4-99" fmla="*/ 0 w 1661407"/>
              <a:gd name="connsiteY4-100" fmla="*/ 0 h 1334751"/>
              <a:gd name="connsiteX0-101" fmla="*/ 0 w 1667212"/>
              <a:gd name="connsiteY0-102" fmla="*/ 0 h 1334751"/>
              <a:gd name="connsiteX1-103" fmla="*/ 1508236 w 1667212"/>
              <a:gd name="connsiteY1-104" fmla="*/ 0 h 1334751"/>
              <a:gd name="connsiteX2-105" fmla="*/ 1242228 w 1667212"/>
              <a:gd name="connsiteY2-106" fmla="*/ 1251890 h 1334751"/>
              <a:gd name="connsiteX3-107" fmla="*/ 0 w 1667212"/>
              <a:gd name="connsiteY3-108" fmla="*/ 1085636 h 1334751"/>
              <a:gd name="connsiteX4-109" fmla="*/ 0 w 1667212"/>
              <a:gd name="connsiteY4-110" fmla="*/ 0 h 1334751"/>
              <a:gd name="connsiteX0-111" fmla="*/ 0 w 1508236"/>
              <a:gd name="connsiteY0-112" fmla="*/ 0 h 1085636"/>
              <a:gd name="connsiteX1-113" fmla="*/ 1508236 w 1508236"/>
              <a:gd name="connsiteY1-114" fmla="*/ 0 h 1085636"/>
              <a:gd name="connsiteX2-115" fmla="*/ 0 w 1508236"/>
              <a:gd name="connsiteY2-116" fmla="*/ 1085636 h 1085636"/>
              <a:gd name="connsiteX3-117" fmla="*/ 0 w 1508236"/>
              <a:gd name="connsiteY3-118" fmla="*/ 0 h 1085636"/>
              <a:gd name="connsiteX0-119" fmla="*/ 0 w 1616803"/>
              <a:gd name="connsiteY0-120" fmla="*/ 0 h 1085636"/>
              <a:gd name="connsiteX1-121" fmla="*/ 1508236 w 1616803"/>
              <a:gd name="connsiteY1-122" fmla="*/ 0 h 1085636"/>
              <a:gd name="connsiteX2-123" fmla="*/ 0 w 1616803"/>
              <a:gd name="connsiteY2-124" fmla="*/ 1085636 h 1085636"/>
              <a:gd name="connsiteX3-125" fmla="*/ 0 w 1616803"/>
              <a:gd name="connsiteY3-126" fmla="*/ 0 h 1085636"/>
              <a:gd name="connsiteX0-127" fmla="*/ 0 w 1634334"/>
              <a:gd name="connsiteY0-128" fmla="*/ 0 h 1085636"/>
              <a:gd name="connsiteX1-129" fmla="*/ 1508236 w 1634334"/>
              <a:gd name="connsiteY1-130" fmla="*/ 0 h 1085636"/>
              <a:gd name="connsiteX2-131" fmla="*/ 0 w 1634334"/>
              <a:gd name="connsiteY2-132" fmla="*/ 1085636 h 1085636"/>
              <a:gd name="connsiteX3-133" fmla="*/ 0 w 1634334"/>
              <a:gd name="connsiteY3-134" fmla="*/ 0 h 1085636"/>
              <a:gd name="connsiteX0-135" fmla="*/ 0 w 1514357"/>
              <a:gd name="connsiteY0-136" fmla="*/ 0 h 1085636"/>
              <a:gd name="connsiteX1-137" fmla="*/ 1508236 w 1514357"/>
              <a:gd name="connsiteY1-138" fmla="*/ 0 h 1085636"/>
              <a:gd name="connsiteX2-139" fmla="*/ 0 w 1514357"/>
              <a:gd name="connsiteY2-140" fmla="*/ 1085636 h 1085636"/>
              <a:gd name="connsiteX3-141" fmla="*/ 0 w 1514357"/>
              <a:gd name="connsiteY3-142" fmla="*/ 0 h 1085636"/>
              <a:gd name="connsiteX0-143" fmla="*/ 0 w 1513093"/>
              <a:gd name="connsiteY0-144" fmla="*/ 0 h 1222197"/>
              <a:gd name="connsiteX1-145" fmla="*/ 1508236 w 1513093"/>
              <a:gd name="connsiteY1-146" fmla="*/ 0 h 1222197"/>
              <a:gd name="connsiteX2-147" fmla="*/ 0 w 1513093"/>
              <a:gd name="connsiteY2-148" fmla="*/ 1085636 h 1222197"/>
              <a:gd name="connsiteX3-149" fmla="*/ 0 w 1513093"/>
              <a:gd name="connsiteY3-150" fmla="*/ 0 h 1222197"/>
              <a:gd name="connsiteX0-151" fmla="*/ 0 w 1513094"/>
              <a:gd name="connsiteY0-152" fmla="*/ 0 h 1170406"/>
              <a:gd name="connsiteX1-153" fmla="*/ 1508236 w 1513094"/>
              <a:gd name="connsiteY1-154" fmla="*/ 0 h 1170406"/>
              <a:gd name="connsiteX2-155" fmla="*/ 0 w 1513094"/>
              <a:gd name="connsiteY2-156" fmla="*/ 1085636 h 1170406"/>
              <a:gd name="connsiteX3-157" fmla="*/ 0 w 1513094"/>
              <a:gd name="connsiteY3-158" fmla="*/ 0 h 1170406"/>
              <a:gd name="connsiteX0-159" fmla="*/ 0 w 1508236"/>
              <a:gd name="connsiteY0-160" fmla="*/ 0 h 1275082"/>
              <a:gd name="connsiteX1-161" fmla="*/ 1508236 w 1508236"/>
              <a:gd name="connsiteY1-162" fmla="*/ 0 h 1275082"/>
              <a:gd name="connsiteX2-163" fmla="*/ 0 w 1508236"/>
              <a:gd name="connsiteY2-164" fmla="*/ 1085636 h 1275082"/>
              <a:gd name="connsiteX3-165" fmla="*/ 0 w 1508236"/>
              <a:gd name="connsiteY3-166" fmla="*/ 0 h 1275082"/>
              <a:gd name="connsiteX0-167" fmla="*/ 0 w 1508236"/>
              <a:gd name="connsiteY0-168" fmla="*/ 0 h 1116910"/>
              <a:gd name="connsiteX1-169" fmla="*/ 1508236 w 1508236"/>
              <a:gd name="connsiteY1-170" fmla="*/ 0 h 1116910"/>
              <a:gd name="connsiteX2-171" fmla="*/ 0 w 1508236"/>
              <a:gd name="connsiteY2-172" fmla="*/ 1085636 h 1116910"/>
              <a:gd name="connsiteX3-173" fmla="*/ 0 w 1508236"/>
              <a:gd name="connsiteY3-174" fmla="*/ 0 h 1116910"/>
              <a:gd name="connsiteX0-175" fmla="*/ 0 w 1508236"/>
              <a:gd name="connsiteY0-176" fmla="*/ 0 h 1085635"/>
              <a:gd name="connsiteX1-177" fmla="*/ 1508236 w 1508236"/>
              <a:gd name="connsiteY1-178" fmla="*/ 0 h 1085635"/>
              <a:gd name="connsiteX2-179" fmla="*/ 0 w 1508236"/>
              <a:gd name="connsiteY2-180" fmla="*/ 1085636 h 1085635"/>
              <a:gd name="connsiteX3-181" fmla="*/ 0 w 1508236"/>
              <a:gd name="connsiteY3-182" fmla="*/ 0 h 1085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08236" h="1085635">
                <a:moveTo>
                  <a:pt x="0" y="0"/>
                </a:moveTo>
                <a:lnTo>
                  <a:pt x="1508236" y="0"/>
                </a:lnTo>
                <a:cubicBezTo>
                  <a:pt x="1091783" y="475398"/>
                  <a:pt x="207599" y="1201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59" y="6365142"/>
            <a:ext cx="2844497" cy="31671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144" y="6393595"/>
            <a:ext cx="589021" cy="28826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image" Target="../media/image1.png"/><Relationship Id="rId11" Type="http://schemas.openxmlformats.org/officeDocument/2006/relationships/image" Target="../media/image3.png"/><Relationship Id="rId12" Type="http://schemas.openxmlformats.org/officeDocument/2006/relationships/image" Target="../media/image2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文级别 1…"/>
          <p:cNvSpPr txBox="1">
            <a:spLocks noGrp="1"/>
          </p:cNvSpPr>
          <p:nvPr>
            <p:ph type="body" idx="1"/>
          </p:nvPr>
        </p:nvSpPr>
        <p:spPr>
          <a:xfrm>
            <a:off x="606531" y="1423348"/>
            <a:ext cx="10972801" cy="478996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252239" y="6372544"/>
            <a:ext cx="330161" cy="3327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6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1190168" y="85060"/>
            <a:ext cx="10002372" cy="89757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rPr dirty="0" err="1"/>
              <a:t>标题文本</a:t>
            </a:r>
            <a:endParaRPr dirty="0"/>
          </a:p>
        </p:txBody>
      </p:sp>
      <p:pic>
        <p:nvPicPr>
          <p:cNvPr id="8" name="Picture 3" descr="C:\Users\Administrator\Desktop\麦哲思原色.png麦哲思原色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350265" y="305222"/>
            <a:ext cx="1460783" cy="53788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59" y="6365142"/>
            <a:ext cx="2844497" cy="31671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144" y="6393595"/>
            <a:ext cx="589021" cy="2882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hf hdr="0" ftr="0" dt="0"/>
  <p:txStyles>
    <p:titleStyle>
      <a:lvl1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1" i="0" u="none" strike="noStrike" cap="none" spc="0" baseline="0">
          <a:ln>
            <a:noFill/>
          </a:ln>
          <a:solidFill>
            <a:srgbClr val="002060"/>
          </a:solidFill>
          <a:uFillTx/>
          <a:latin typeface="思源黑体 CN" panose="020B0500000000000000" pitchFamily="34" charset="-122"/>
          <a:ea typeface="思源黑体 CN" panose="020B0500000000000000" pitchFamily="34" charset="-122"/>
          <a:cs typeface="思源黑体 CN" panose="020B0500000000000000" pitchFamily="34" charset="-122"/>
          <a:sym typeface="宋体" pitchFamily="2" charset="-122"/>
        </a:defRPr>
      </a:lvl1pPr>
      <a:lvl2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itchFamily="2" charset="-122"/>
          <a:ea typeface="宋体" pitchFamily="2" charset="-122"/>
          <a:cs typeface="宋体" pitchFamily="2" charset="-122"/>
          <a:sym typeface="宋体" pitchFamily="2" charset="-122"/>
        </a:defRPr>
      </a:lvl2pPr>
      <a:lvl3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itchFamily="2" charset="-122"/>
          <a:ea typeface="宋体" pitchFamily="2" charset="-122"/>
          <a:cs typeface="宋体" pitchFamily="2" charset="-122"/>
          <a:sym typeface="宋体" pitchFamily="2" charset="-122"/>
        </a:defRPr>
      </a:lvl3pPr>
      <a:lvl4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itchFamily="2" charset="-122"/>
          <a:ea typeface="宋体" pitchFamily="2" charset="-122"/>
          <a:cs typeface="宋体" pitchFamily="2" charset="-122"/>
          <a:sym typeface="宋体" pitchFamily="2" charset="-122"/>
        </a:defRPr>
      </a:lvl4pPr>
      <a:lvl5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itchFamily="2" charset="-122"/>
          <a:ea typeface="宋体" pitchFamily="2" charset="-122"/>
          <a:cs typeface="宋体" pitchFamily="2" charset="-122"/>
          <a:sym typeface="宋体" pitchFamily="2" charset="-122"/>
        </a:defRPr>
      </a:lvl5pPr>
      <a:lvl6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itchFamily="2" charset="-122"/>
          <a:ea typeface="宋体" pitchFamily="2" charset="-122"/>
          <a:cs typeface="宋体" pitchFamily="2" charset="-122"/>
          <a:sym typeface="宋体" pitchFamily="2" charset="-122"/>
        </a:defRPr>
      </a:lvl6pPr>
      <a:lvl7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itchFamily="2" charset="-122"/>
          <a:ea typeface="宋体" pitchFamily="2" charset="-122"/>
          <a:cs typeface="宋体" pitchFamily="2" charset="-122"/>
          <a:sym typeface="宋体" pitchFamily="2" charset="-122"/>
        </a:defRPr>
      </a:lvl7pPr>
      <a:lvl8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itchFamily="2" charset="-122"/>
          <a:ea typeface="宋体" pitchFamily="2" charset="-122"/>
          <a:cs typeface="宋体" pitchFamily="2" charset="-122"/>
          <a:sym typeface="宋体" pitchFamily="2" charset="-122"/>
        </a:defRPr>
      </a:lvl8pPr>
      <a:lvl9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itchFamily="2" charset="-122"/>
          <a:ea typeface="宋体" pitchFamily="2" charset="-122"/>
          <a:cs typeface="宋体" pitchFamily="2" charset="-122"/>
          <a:sym typeface="宋体" pitchFamily="2" charset="-122"/>
        </a:defRPr>
      </a:lvl9pPr>
    </p:titleStyle>
    <p:bodyStyle>
      <a:lvl1pPr marL="457200" marR="0" indent="-457200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200" b="0" i="0" u="none" strike="noStrike" cap="none" spc="0" baseline="0">
          <a:ln>
            <a:noFill/>
          </a:ln>
          <a:solidFill>
            <a:srgbClr val="000000"/>
          </a:solidFill>
          <a:uFillTx/>
          <a:latin typeface="思源黑体 CN" panose="020B0500000000000000" pitchFamily="34" charset="-122"/>
          <a:ea typeface="思源黑体 CN" panose="020B0500000000000000" pitchFamily="34" charset="-122"/>
          <a:cs typeface="思源黑体 CN" panose="020B0500000000000000" pitchFamily="34" charset="-122"/>
          <a:sym typeface="幼圆"/>
        </a:defRPr>
      </a:lvl1pPr>
      <a:lvl2pPr marL="1078230" marR="0" indent="-468630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–"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思源黑体 CN" panose="020B0500000000000000" pitchFamily="34" charset="-122"/>
          <a:ea typeface="思源黑体 CN" panose="020B0500000000000000" pitchFamily="34" charset="-122"/>
          <a:cs typeface="思源黑体 CN" panose="020B0500000000000000" pitchFamily="34" charset="-122"/>
          <a:sym typeface="幼圆"/>
        </a:defRPr>
      </a:lvl2pPr>
      <a:lvl3pPr marL="1625600" marR="0" indent="-406400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思源黑体 CN" panose="020B0500000000000000" pitchFamily="34" charset="-122"/>
          <a:ea typeface="思源黑体 CN" panose="020B0500000000000000" pitchFamily="34" charset="-122"/>
          <a:cs typeface="思源黑体 CN" panose="020B0500000000000000" pitchFamily="34" charset="-122"/>
          <a:sym typeface="幼圆"/>
        </a:defRPr>
      </a:lvl3pPr>
      <a:lvl4pPr marL="2292985" marR="0" indent="-464185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–"/>
        <a:defRPr sz="1600" b="0" i="0" u="none" strike="noStrike" cap="none" spc="0" baseline="0">
          <a:ln>
            <a:noFill/>
          </a:ln>
          <a:solidFill>
            <a:srgbClr val="000000"/>
          </a:solidFill>
          <a:uFillTx/>
          <a:latin typeface="思源黑体 CN" panose="020B0500000000000000" pitchFamily="34" charset="-122"/>
          <a:ea typeface="思源黑体 CN" panose="020B0500000000000000" pitchFamily="34" charset="-122"/>
          <a:cs typeface="思源黑体 CN" panose="020B0500000000000000" pitchFamily="34" charset="-122"/>
          <a:sym typeface="幼圆"/>
        </a:defRPr>
      </a:lvl4pPr>
      <a:lvl5pPr marL="2902585" marR="0" indent="-464185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»"/>
        <a:defRPr sz="1400" b="0" i="0" u="none" strike="noStrike" cap="none" spc="0" baseline="0">
          <a:ln>
            <a:noFill/>
          </a:ln>
          <a:solidFill>
            <a:srgbClr val="000000"/>
          </a:solidFill>
          <a:uFillTx/>
          <a:latin typeface="思源黑体 CN" panose="020B0500000000000000" pitchFamily="34" charset="-122"/>
          <a:ea typeface="思源黑体 CN" panose="020B0500000000000000" pitchFamily="34" charset="-122"/>
          <a:cs typeface="思源黑体 CN" panose="020B0500000000000000" pitchFamily="34" charset="-122"/>
          <a:sym typeface="幼圆"/>
        </a:defRPr>
      </a:lvl5pPr>
      <a:lvl6pPr marL="3423285" marR="0" indent="-375285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幼圆"/>
          <a:ea typeface="幼圆"/>
          <a:cs typeface="幼圆"/>
          <a:sym typeface="幼圆"/>
        </a:defRPr>
      </a:lvl6pPr>
      <a:lvl7pPr marL="4032885" marR="0" indent="-375285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幼圆"/>
          <a:ea typeface="幼圆"/>
          <a:cs typeface="幼圆"/>
          <a:sym typeface="幼圆"/>
        </a:defRPr>
      </a:lvl7pPr>
      <a:lvl8pPr marL="4642485" marR="0" indent="-375285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幼圆"/>
          <a:ea typeface="幼圆"/>
          <a:cs typeface="幼圆"/>
          <a:sym typeface="幼圆"/>
        </a:defRPr>
      </a:lvl8pPr>
      <a:lvl9pPr marL="5252085" marR="0" indent="-375285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幼圆"/>
          <a:ea typeface="幼圆"/>
          <a:cs typeface="幼圆"/>
          <a:sym typeface="幼圆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 赋能软件工程</a:t>
            </a:r>
            <a:endParaRPr lang="zh-CN" altLang="en-US" dirty="0" err="1"/>
          </a:p>
        </p:txBody>
      </p:sp>
      <p:sp>
        <p:nvSpPr>
          <p:cNvPr id="141" name="副标题 2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t>从认知到实践 - 企业级培训讲义 | 麦哲思科技</a:t>
            </a:r>
            <a:endParaRPr lang="en-US" altLang="zh-CN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Part 1 - 认知篇：AI 与软件工程的关系</a:t>
            </a:r>
            <a:endParaRPr lang="zh-CN" altLang="en-US"/>
          </a:p>
          <a:p>
            <a:pPr/>
            <a:r>
              <a:t>Part 2 - 原则篇：AI 开发的四大核心原则</a:t>
            </a:r>
          </a:p>
          <a:p>
            <a:pPr/>
            <a:r>
              <a:t>Part 3 - 实战篇：AI 编程的方法论</a:t>
            </a:r>
          </a:p>
          <a:p>
            <a:pPr/>
            <a:r>
              <a:t>Part 4 - 体系篇：AI 与 CMMI 的融合</a:t>
            </a:r>
          </a:p>
          <a:p>
            <a:pPr/>
            <a:r>
              <a:t>Part 5 - 度量篇：AI 时代的量化管理</a:t>
            </a:r>
          </a:p>
          <a:p>
            <a:pPr/>
            <a:r>
              <a:t>Part 6 - 总结与行动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目录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理解 AI 对软件工程的真实影响 - 既不神化也不低估</a:t>
            </a:r>
            <a:endParaRPr lang="zh-CN" altLang="en-US"/>
          </a:p>
          <a:p>
            <a:pPr/>
            <a:r>
              <a:t>掌握 AI 编程的核心原则与方法论 - 从经验到体系</a:t>
            </a:r>
          </a:p>
          <a:p>
            <a:pPr/>
            <a:r>
              <a:t>学习 AI 与 CMMI 的融合实践 - 让已有体系焕发新生</a:t>
            </a:r>
          </a:p>
          <a:p>
            <a:pPr/>
            <a:r>
              <a:t>掌握 Harness 成熟度模型 - 量化评估人机协作水平</a:t>
            </a:r>
          </a:p>
          <a:p>
            <a:pPr/>
            <a:r>
              <a:t>形成组织级 AI 编程工程化能力 - 从能用 到 好用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培训目标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从 人写代码 到 人+AI 协同写代码 - 根本范式的转变</a:t>
            </a:r>
            <a:endParaRPr lang="zh-CN" altLang="en-US"/>
          </a:p>
          <a:p>
            <a:pPr/>
            <a:r>
              <a:t>AI 不只是工具，更是初级工程师 - 需要管理、规范、评审</a:t>
            </a:r>
          </a:p>
          <a:p>
            <a:pPr/>
            <a:r>
              <a:t>传统软件工程方法依然有效 - 但需要重新映射到人机协作场景</a:t>
            </a:r>
          </a:p>
          <a:p>
            <a:pPr/>
            <a:r>
              <a:t>咨询顾问的新使命：帮助客户完成 AI 时代的过程升级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AI 时代的软件工程变革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AI 不是软件工程的银弹</a:t>
            </a:r>
            <a:endParaRPr lang="zh-CN" altLang="en-US"/>
          </a:p>
          <a:p>
            <a:pPr/>
            <a:r>
              <a:t>AI 能做而人做不到的五件事</a:t>
            </a:r>
          </a:p>
          <a:p>
            <a:pPr/>
            <a:r>
              <a:t>AI 时代的两类工作哲学</a:t>
            </a:r>
          </a:p>
          <a:p>
            <a:pPr/>
            <a:r>
              <a:t>AI 编码的喜新厌旧规律</a:t>
            </a:r>
          </a:p>
          <a:p>
            <a:pPr/>
            <a:r>
              <a:t>全变更蒸馏：让 AI 编程可进化</a:t>
            </a:r>
          </a:p>
          <a:p>
            <a:pPr/>
            <a:r>
              <a:t>AI 编程模式的 10 条核心感悟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Part 1 - AI 与软件工程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核心观点：AI 强大但不万能 - 它是放大器，不是替代者</a:t>
            </a:r>
            <a:endParaRPr lang="zh-CN" altLang="en-US"/>
          </a:p>
          <a:p>
            <a:pPr/>
            <a:r>
              <a:t>它可以让优秀的团队效率倍增，但无法让混乱的团队变优秀</a:t>
            </a:r>
          </a:p>
          <a:p>
            <a:pPr/>
            <a:r>
              <a:t>真正的瓶颈依然是：需求清晰度、架构设计、质量控制</a:t>
            </a:r>
          </a:p>
          <a:p>
            <a:pPr/>
            <a:r>
              <a:t>AI 让 快 更容易 - 但让 好 更依赖人的判断</a:t>
            </a:r>
          </a:p>
          <a:p>
            <a:pPr/>
            <a:r>
              <a:t>咨询顾问的价值：帮助客户区分 AI 能做什么和不能做什么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AI 不是银弹，只是最强辅助子弹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1. 超大规模代码理解：整库级检索、关联、重构分析</a:t>
            </a:r>
            <a:endParaRPr lang="zh-CN" altLang="en-US"/>
          </a:p>
          <a:p>
            <a:pPr/>
            <a:r>
              <a:t>2. 穷举式测试用例生成：覆盖人想不到的边界场景</a:t>
            </a:r>
          </a:p>
          <a:p>
            <a:pPr/>
            <a:r>
              <a:t>3. 多语言多范式即时切换：Python、Java、SQL 无缝转换</a:t>
            </a:r>
          </a:p>
          <a:p>
            <a:pPr/>
            <a:r>
              <a:t>4. 跨项目最佳实践迁移：从 我做过 到 我知道大家怎么做</a:t>
            </a:r>
          </a:p>
          <a:p>
            <a:pPr/>
            <a:r>
              <a:t>5. 连续不间断工作：24/7 无疲劳执行重复性任务</a:t>
            </a:r>
          </a:p>
          <a:p>
            <a:pPr/>
            <a:r>
              <a:t>当软件工程的理想主义照进现实 - 这些能力改变了可能的边界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AI 能做而人做不到的五件事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类型 A - AI 增强型 (AI-Augmented)</a:t>
            </a:r>
            <a:endParaRPr lang="zh-CN" altLang="en-US"/>
          </a:p>
          <a:p>
            <a:pPr/>
            <a:r>
              <a:t>  人主导，AI 辅助；人负责思考、架构、决策；AI 负责执行、检索、生成</a:t>
            </a:r>
          </a:p>
          <a:p>
            <a:pPr/>
            <a:r>
              <a:t>  适合：关键系统、核心代码、需要深度理解的场景</a:t>
            </a:r>
          </a:p>
          <a:p>
            <a:pPr/>
            <a:r>
              <a:t/>
            </a:r>
          </a:p>
          <a:p>
            <a:pPr/>
            <a:r>
              <a:t>类型 B - AI 驱动型 (AI-Driven)</a:t>
            </a:r>
          </a:p>
          <a:p>
            <a:pPr/>
            <a:r>
              <a:t>  AI 主导，人监督；AI 负责设计、编码、测试；人负责需求、验收、集成</a:t>
            </a:r>
          </a:p>
          <a:p>
            <a:pPr/>
            <a:r>
              <a:t>  适合：原型、工具、自动化脚本、辅助系统</a:t>
            </a:r>
          </a:p>
          <a:p>
            <a:pPr/>
            <a:r>
              <a:t>不是二选一，而是 什么场景用什么模式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AI 时代的两类工作哲学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现象：AI 对从零开始的代码生成质量远高于在已有代码上修改</a:t>
            </a:r>
            <a:endParaRPr lang="zh-CN" altLang="en-US"/>
          </a:p>
          <a:p>
            <a:pPr/>
            <a:r>
              <a:t>原因 1：训练数据中全新实现远多于增量修改</a:t>
            </a:r>
          </a:p>
          <a:p>
            <a:pPr/>
            <a:r>
              <a:t>原因 2：上下文理解衰减 - 代码越复杂，AI 的理解越弱</a:t>
            </a:r>
          </a:p>
          <a:p>
            <a:pPr/>
            <a:r>
              <a:t>原因 3：AI 倾向于生成看起来合理而非正确适配的代码</a:t>
            </a:r>
          </a:p>
          <a:p>
            <a:pPr/>
            <a:r>
              <a:t>实践启示：</a:t>
            </a:r>
          </a:p>
          <a:p>
            <a:pPr/>
            <a:r>
              <a:t>  能用 AI 从零生成的，不要让它在已有代码上打补丁</a:t>
            </a:r>
          </a:p>
          <a:p>
            <a:pPr/>
            <a:r>
              <a:t>  需要修改时，给它完整上下文而非局部片段</a:t>
            </a:r>
          </a:p>
          <a:p>
            <a:pPr/>
            <a:r>
              <a:t>  小步快跑式的修改比大规模修改更可靠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AI 编码的喜新厌旧规律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核心概念：把每一次与 AI 的交互都视为可被蒸馏的知识</a:t>
            </a:r>
            <a:endParaRPr lang="zh-CN" altLang="en-US"/>
          </a:p>
          <a:p>
            <a:pPr/>
            <a:r>
              <a:t>变更不是一次性操作，而是组织学习的机会</a:t>
            </a:r>
          </a:p>
          <a:p>
            <a:pPr/>
            <a:r>
              <a:t>三个层次：</a:t>
            </a:r>
          </a:p>
          <a:p>
            <a:pPr/>
            <a:r>
              <a:t>  1. Prompt 层：记录有效的任务描述 - 让好提示可复用</a:t>
            </a:r>
          </a:p>
          <a:p>
            <a:pPr/>
            <a:r>
              <a:t>  2. 模式层：抽象出通用工作模式 - 从会做一件事到会做一类事</a:t>
            </a:r>
          </a:p>
          <a:p>
            <a:pPr/>
            <a:r>
              <a:t>  3. 体系层：建立组织级的 AI 编码标准与最佳实践库</a:t>
            </a:r>
          </a:p>
          <a:p>
            <a:pPr/>
            <a:r>
              <a:t>本质：把隐式的个人经验变成显式的组织资产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全变更蒸馏：让 AI 编程成为可进化的系统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1. AI 是初级工程师 - 你要做它的架构师和导师</a:t>
            </a:r>
            <a:endParaRPr lang="zh-CN" altLang="en-US"/>
          </a:p>
          <a:p>
            <a:pPr/>
            <a:r>
              <a:t>2. 任务越小，AI 越可靠 - 大任务拆成小任务</a:t>
            </a:r>
          </a:p>
          <a:p>
            <a:pPr/>
            <a:r>
              <a:t>3. 上下文即一切 - 给它的信息越完整，输出越准确</a:t>
            </a:r>
          </a:p>
          <a:p>
            <a:pPr/>
            <a:r>
              <a:t>4. 永远不信任，永远验证 - AI 产出的每一行代码都要过评审</a:t>
            </a:r>
          </a:p>
          <a:p>
            <a:pPr/>
            <a:r>
              <a:t>5. 生成易，集成难 - 把 AI 生成的代码融入现有体系是真正的挑战</a:t>
            </a:r>
          </a:p>
          <a:p>
            <a:pPr/>
            <a:r>
              <a:t>6. 需求清晰 &gt; 代码能力 - AI 的上限是你对需求的定义能力</a:t>
            </a:r>
          </a:p>
          <a:p>
            <a:pPr/>
            <a:r>
              <a:t>7. 提示词不是魔法 - 结构化、分步化、具体化才是</a:t>
            </a:r>
          </a:p>
          <a:p>
            <a:pPr/>
            <a:r>
              <a:t>8. 一次成功不如反复迭代 - AI 擅长改，不擅长一次做对</a:t>
            </a:r>
          </a:p>
          <a:p>
            <a:pPr/>
            <a:r>
              <a:t>9. 工具链决定上限 - Copilot + 编辑器 + CI/CD 的协同效应</a:t>
            </a:r>
          </a:p>
          <a:p>
            <a:pPr/>
            <a:r>
              <a:t>10. 人最终要对结果负责 - AI 永远只是辅助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AI 编程模式的 10 条核心感悟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原则 1 - 完整规划：先定义框架，再交给 AI</a:t>
            </a:r>
            <a:endParaRPr lang="zh-CN" altLang="en-US"/>
          </a:p>
          <a:p>
            <a:pPr/>
            <a:r>
              <a:t>原则 2 - 分级 MVP：先做最小可行版本，验证后再扩展</a:t>
            </a:r>
          </a:p>
          <a:p>
            <a:pPr/>
            <a:r>
              <a:t>原则 3 - 增量实现：小步前进，每步可验证</a:t>
            </a:r>
          </a:p>
          <a:p>
            <a:pPr/>
            <a:r>
              <a:t>原则 4 - 局部修改：AI 擅长局部优化，大范围重构需人把控</a:t>
            </a:r>
          </a:p>
          <a:p>
            <a:pPr/>
            <a:r>
              <a:t>这四条原则共同构成了人驾驭 AI 的基本工作法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Part 2 - AI 开发的核心原则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核心思想：人先定义目标和边界，AI 在框架内发挥</a:t>
            </a:r>
            <a:endParaRPr lang="zh-CN" altLang="en-US"/>
          </a:p>
          <a:p>
            <a:pPr/>
            <a:r>
              <a:t>为什么重要：AI 不理解业务，只理解任务</a:t>
            </a:r>
          </a:p>
          <a:p>
            <a:pPr/>
            <a:r>
              <a:t>如果人不先画框，AI 会在错误的方向上走得很快</a:t>
            </a:r>
          </a:p>
          <a:p>
            <a:pPr/>
            <a:r>
              <a:t>做什么 (Scope)：明确需求边界、功能列表、约束条件</a:t>
            </a:r>
          </a:p>
          <a:p>
            <a:pPr/>
            <a:r>
              <a:t>怎么做 (Architecture)：技术选型、模块划分、接口定义</a:t>
            </a:r>
          </a:p>
          <a:p>
            <a:pPr/>
            <a:r>
              <a:t>不做什么 (Out of Scope)：明确排除项 - 这反而更重要</a:t>
            </a:r>
          </a:p>
          <a:p>
            <a:pPr/>
            <a:r>
              <a:t>输出物：需求文档、架构图、任务分解表 - 这些都是 AI 的作战指令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原则 1 - 完整规划：人先定义整体框架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核心思想：不要让 AI 一次写出最终版，而是最小可用版</a:t>
            </a:r>
            <a:endParaRPr lang="zh-CN" altLang="en-US"/>
          </a:p>
          <a:p>
            <a:pPr/>
            <a:r>
              <a:t>为什么重要：</a:t>
            </a:r>
          </a:p>
          <a:p>
            <a:pPr/>
            <a:r>
              <a:t>  AI 生成的代码质量与任务规模成反比</a:t>
            </a:r>
          </a:p>
          <a:p>
            <a:pPr/>
            <a:r>
              <a:t>  早期验证能避免后期大规模返工</a:t>
            </a:r>
          </a:p>
          <a:p>
            <a:pPr/>
            <a:r>
              <a:t>  小步迭代让你保持控制权</a:t>
            </a:r>
          </a:p>
          <a:p>
            <a:pPr/>
            <a:r>
              <a:t>分级策略：</a:t>
            </a:r>
          </a:p>
          <a:p>
            <a:pPr/>
            <a:r>
              <a:t>  MVP Level 1：能跑通核心流程的最小版本</a:t>
            </a:r>
          </a:p>
          <a:p>
            <a:pPr/>
            <a:r>
              <a:t>  MVP Level 2：加入主要功能与边界处理</a:t>
            </a:r>
          </a:p>
          <a:p>
            <a:pPr/>
            <a:r>
              <a:t>  MVP Level 3：完善细节、性能、健壮性</a:t>
            </a:r>
          </a:p>
          <a:p>
            <a:pPr/>
            <a:r>
              <a:t>每一级都要验证、都要评审、都要可回退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原则 2 - 分级 MVP：先做最小可行版本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核心思想：每一步都足够小，小到一定能做对</a:t>
            </a:r>
            <a:endParaRPr lang="zh-CN" altLang="en-US"/>
          </a:p>
          <a:p>
            <a:pPr/>
            <a:r>
              <a:t>增量实现的特征：</a:t>
            </a:r>
          </a:p>
          <a:p>
            <a:pPr/>
            <a:r>
              <a:t>  每次变更的范围可预期、可控</a:t>
            </a:r>
          </a:p>
          <a:p>
            <a:pPr/>
            <a:r>
              <a:t>  每一步都有明确的验收标准</a:t>
            </a:r>
          </a:p>
          <a:p>
            <a:pPr/>
            <a:r>
              <a:t>  出错后容易定位和回退</a:t>
            </a:r>
          </a:p>
          <a:p>
            <a:pPr/>
            <a:r>
              <a:t>与 AI 配合的具体做法：</a:t>
            </a:r>
          </a:p>
          <a:p>
            <a:pPr/>
            <a:r>
              <a:t>  1. 一次只让 AI 做一件明确的小事</a:t>
            </a:r>
          </a:p>
          <a:p>
            <a:pPr/>
            <a:r>
              <a:t>  2. 做完立刻测试、立刻评审</a:t>
            </a:r>
          </a:p>
          <a:p>
            <a:pPr/>
            <a:r>
              <a:t>  3. 确认无误后再进入下一步</a:t>
            </a:r>
          </a:p>
          <a:p>
            <a:pPr/>
            <a:r>
              <a:t>  4. 每一步都保留完整变更记录</a:t>
            </a:r>
          </a:p>
          <a:p>
            <a:pPr/>
            <a:r>
              <a:t>效果：把 AI 编程从玄学变成可控的工程过程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原则 3 - 增量实现：小步前进，每步可验证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核心思想：AI 的能力边界在于上下文大小</a:t>
            </a:r>
            <a:endParaRPr lang="zh-CN" altLang="en-US"/>
          </a:p>
          <a:p>
            <a:pPr/>
            <a:r>
              <a:t>AI 擅长：</a:t>
            </a:r>
          </a:p>
          <a:p>
            <a:pPr/>
            <a:r>
              <a:t>  单个函数/类的优化与重构</a:t>
            </a:r>
          </a:p>
          <a:p>
            <a:pPr/>
            <a:r>
              <a:t>  明确输入输出的功能实现</a:t>
            </a:r>
          </a:p>
          <a:p>
            <a:pPr/>
            <a:r>
              <a:t>  重复性代码的生成与转换</a:t>
            </a:r>
          </a:p>
          <a:p>
            <a:pPr/>
            <a:r>
              <a:t>AI 不擅长：</a:t>
            </a:r>
          </a:p>
          <a:p>
            <a:pPr/>
            <a:r>
              <a:t>  跨模块、跨层的架构级改动</a:t>
            </a:r>
          </a:p>
          <a:p>
            <a:pPr/>
            <a:r>
              <a:t>  需要理解全局一致性的重构</a:t>
            </a:r>
          </a:p>
          <a:p>
            <a:pPr/>
            <a:r>
              <a:t>  涉及业务语义正确性的判断</a:t>
            </a:r>
          </a:p>
          <a:p>
            <a:pPr/>
            <a:r>
              <a:t>实践建议：</a:t>
            </a:r>
          </a:p>
          <a:p>
            <a:pPr/>
            <a:r>
              <a:t>  架构级改动：人设计、人分解，AI 只做局部任务</a:t>
            </a:r>
          </a:p>
          <a:p>
            <a:pPr/>
            <a:r>
              <a:t>  局部优化：放心交给 AI，但必须人做代码评审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原则 4 - 局部修改：AI 擅长局部优化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要素 1 - 目标：你要做什么？(一句话描述)</a:t>
            </a:r>
            <a:endParaRPr lang="zh-CN" altLang="en-US"/>
          </a:p>
          <a:p>
            <a:pPr/>
            <a:r>
              <a:t>要素 2 - 输入：AI 需要什么数据/代码/上下文？</a:t>
            </a:r>
          </a:p>
          <a:p>
            <a:pPr/>
            <a:r>
              <a:t>要素 3 - 输出：最终产物长什么样？格式、结构、示例？</a:t>
            </a:r>
          </a:p>
          <a:p>
            <a:pPr/>
            <a:r>
              <a:t>要素 4 - 约束：不能做什么？技术限制、规范、安全要求？</a:t>
            </a:r>
          </a:p>
          <a:p>
            <a:pPr/>
            <a:r>
              <a:t>要素 5 - 背景：相关业务/架构/历史背景是什么？</a:t>
            </a:r>
          </a:p>
          <a:p>
            <a:pPr/>
            <a:r>
              <a:t>要素 6 - 验收标准：怎么判断做对了？测试用例？</a:t>
            </a:r>
          </a:p>
          <a:p>
            <a:pPr/>
            <a:r>
              <a:t>要素 7 - 参考：有哪些类似的代码/文档可以参考？</a:t>
            </a:r>
          </a:p>
          <a:p>
            <a:pPr/>
            <a:r>
              <a:t>记住：AI 不会主动问你问题 - 它只会按你给的信息去猜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给 AI 明确任务的 7 要素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什么是模糊？</a:t>
            </a:r>
            <a:endParaRPr lang="zh-CN" altLang="en-US"/>
          </a:p>
          <a:p>
            <a:pPr/>
            <a:r>
              <a:t>  需求模糊：优化一下性能（怎么优化？哪方面性能？）</a:t>
            </a:r>
          </a:p>
          <a:p>
            <a:pPr/>
            <a:r>
              <a:t>  范围模糊：重构这个模块（重构到什么程度？边界在哪？）</a:t>
            </a:r>
          </a:p>
          <a:p>
            <a:pPr/>
            <a:r>
              <a:t>  标准模糊：代码质量要高（什么算高？具体指标？）</a:t>
            </a:r>
          </a:p>
          <a:p>
            <a:pPr/>
            <a:r>
              <a:t>去模糊化的核心手段：</a:t>
            </a:r>
          </a:p>
          <a:p>
            <a:pPr/>
            <a:r>
              <a:t>  1. 具体描述替代抽象形容词</a:t>
            </a:r>
          </a:p>
          <a:p>
            <a:pPr/>
            <a:r>
              <a:t>  2. 给示例 - 一个好例子胜过 1000 字说明</a:t>
            </a:r>
          </a:p>
          <a:p>
            <a:pPr/>
            <a:r>
              <a:t>  3. 给验收标准 - 通过即正确</a:t>
            </a:r>
          </a:p>
          <a:p>
            <a:pPr/>
            <a:r>
              <a:t>  4. 给约束条件 - 明确不要做什么</a:t>
            </a:r>
          </a:p>
          <a:p>
            <a:pPr/>
            <a:r>
              <a:t>原理：模糊度 × AI 自由度 = 返工概率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去模糊化：AI 协同最低成本的核心方法论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小步快跑 = 高频迭代 + 快速验证</a:t>
            </a:r>
            <a:endParaRPr lang="zh-CN" altLang="en-US"/>
          </a:p>
          <a:p>
            <a:pPr/>
            <a:r>
              <a:t>步步为营 = 每一步都稳固，绝不带着问题前进</a:t>
            </a:r>
          </a:p>
          <a:p>
            <a:pPr/>
            <a:r>
              <a:t>对比两种模式：</a:t>
            </a:r>
          </a:p>
          <a:p>
            <a:pPr/>
            <a:r>
              <a:t>瀑布式 AI 编程：一次性给 AI 超大任务，等全部完成再验收</a:t>
            </a:r>
          </a:p>
          <a:p>
            <a:pPr/>
            <a:r>
              <a:t>  风险：出问题时定位困难，返工成本高，最终产物可能偏离初心</a:t>
            </a:r>
          </a:p>
          <a:p>
            <a:pPr/>
            <a:r>
              <a:t>小步快跑式 AI 编程：拆分为若干明确小任务，完成一个验证一个</a:t>
            </a:r>
          </a:p>
          <a:p>
            <a:pPr/>
            <a:r>
              <a:t>  优势：问题被限定在小范围内，每一步成功都积累信心</a:t>
            </a:r>
          </a:p>
          <a:p>
            <a:pPr/>
            <a:r>
              <a:t>你不是在用 AI，你是在带团队 - 管理方式决定结果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AI 编程要小步快跑，步步为营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需求分析与描述：告诉 AI 你要什么</a:t>
            </a:r>
            <a:endParaRPr lang="zh-CN" altLang="en-US"/>
          </a:p>
          <a:p>
            <a:pPr/>
            <a:r>
              <a:t>AI 编程的 3 个痛点与对策</a:t>
            </a:r>
          </a:p>
          <a:p>
            <a:pPr/>
            <a:r>
              <a:t>与 AI 结对调试 Bug 的防坑指南</a:t>
            </a:r>
          </a:p>
          <a:p>
            <a:pPr/>
            <a:r>
              <a:t>和 AI 一起调程序的经验教训</a:t>
            </a:r>
          </a:p>
          <a:p>
            <a:pPr/>
            <a:r>
              <a:t>大懒人 AI 结对工作模式</a:t>
            </a:r>
          </a:p>
          <a:p>
            <a:pPr/>
            <a:r>
              <a:t>如何让 AI 生成正确、优美、无坏味道的代码</a:t>
            </a:r>
          </a:p>
          <a:p>
            <a:pPr/>
            <a:r>
              <a:t>如何让 AI 实现软件复用</a:t>
            </a:r>
          </a:p>
          <a:p>
            <a:pPr/>
            <a:r>
              <a:t>如何落地单一职责原则</a:t>
            </a:r>
          </a:p>
          <a:p>
            <a:pPr/>
            <a:r>
              <a:t>代码重构实战总结</a:t>
            </a:r>
          </a:p>
          <a:p>
            <a:pPr/>
            <a:r>
              <a:t>小步重构案例：从 Flash 提示到 Toast 组件</a:t>
            </a:r>
          </a:p>
          <a:p>
            <a:pPr/>
            <a:r>
              <a:t>一个 Bug 的三次后置评审</a:t>
            </a:r>
          </a:p>
          <a:p>
            <a:pPr/>
            <a:r>
              <a:t>做了 与 做到位了：差距在哪里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Part 3 - AI 编程实战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核心观点：你对 AI 描述需求的能力，决定了 AI 产出的上限</a:t>
            </a:r>
            <a:endParaRPr lang="zh-CN" altLang="en-US"/>
          </a:p>
          <a:p>
            <a:pPr/>
            <a:r>
              <a:t>好的需求描述包含：</a:t>
            </a:r>
          </a:p>
          <a:p>
            <a:pPr/>
            <a:r>
              <a:t>  目标：为什么要做这件事？(给 AI 意图信息)</a:t>
            </a:r>
          </a:p>
          <a:p>
            <a:pPr/>
            <a:r>
              <a:t>  功能：具体做什么？输入输出是什么？</a:t>
            </a:r>
          </a:p>
          <a:p>
            <a:pPr/>
            <a:r>
              <a:t>  约束：不做什么？使用什么技术栈？遵循什么规范？</a:t>
            </a:r>
          </a:p>
          <a:p>
            <a:pPr/>
            <a:r>
              <a:t>  示例：给出输入/输出示例，或类似实现</a:t>
            </a:r>
          </a:p>
          <a:p>
            <a:pPr/>
            <a:r>
              <a:t>  验收标准：如何判断成功？</a:t>
            </a:r>
          </a:p>
          <a:p>
            <a:pPr/>
            <a:r>
              <a:t>常见失误：</a:t>
            </a:r>
          </a:p>
          <a:p>
            <a:pPr/>
            <a:r>
              <a:t>  写一个用户登录功能（太宽泛，AI 会按自己理解去猜）</a:t>
            </a:r>
          </a:p>
          <a:p>
            <a:pPr/>
            <a:r>
              <a:t>  使用 Python + FastAPI + JWT，实现用户名密码登录，要求包含：</a:t>
            </a:r>
          </a:p>
          <a:p>
            <a:pPr/>
            <a:r>
              <a:t>  参数校验、密码哈希、限流、失败日志。验收标准：通过 5 个测试用例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AI 编程之需求分析与描述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痛点 1 - 上下文丢失</a:t>
            </a:r>
            <a:endParaRPr lang="zh-CN" altLang="en-US"/>
          </a:p>
          <a:p>
            <a:pPr/>
            <a:r>
              <a:t>  现象：跨文件/跨任务时，AI 忘记之前的决策</a:t>
            </a:r>
          </a:p>
          <a:p>
            <a:pPr/>
            <a:r>
              <a:t>  对策：建立结构化上下文文档、使用 Prompt 模板</a:t>
            </a:r>
          </a:p>
          <a:p>
            <a:pPr/>
            <a:r>
              <a:t/>
            </a:r>
          </a:p>
          <a:p>
            <a:pPr/>
            <a:r>
              <a:t>痛点 2 - 幻觉与过度自信</a:t>
            </a:r>
          </a:p>
          <a:p>
            <a:pPr/>
            <a:r>
              <a:t>  现象：AI 一本正经地输出错误方案</a:t>
            </a:r>
          </a:p>
          <a:p>
            <a:pPr/>
            <a:r>
              <a:t>  对策：永远验证；要求 AI 解释推理过程；分步骤执行</a:t>
            </a:r>
          </a:p>
          <a:p>
            <a:pPr/>
            <a:r>
              <a:t/>
            </a:r>
          </a:p>
          <a:p>
            <a:pPr/>
            <a:r>
              <a:t>痛点 3 - 代码一致性衰减</a:t>
            </a:r>
          </a:p>
          <a:p>
            <a:pPr/>
            <a:r>
              <a:t>  现象：多次修改后，代码风格/架构逐渐混乱</a:t>
            </a:r>
          </a:p>
          <a:p>
            <a:pPr/>
            <a:r>
              <a:t>  对策：建立编码规范并注入上下文；定期代码健康检查</a:t>
            </a:r>
          </a:p>
          <a:p>
            <a:pPr/>
            <a:r>
              <a:t>结论：三大痛点都指向同一个根因 - AI 没有长期记忆和组织级标准</a:t>
            </a:r>
          </a:p>
          <a:p>
            <a:pPr/>
            <a:r>
              <a:t>解决方向：把人的工程纪律教给 AI（通过 Prompt/模板/评审/工具）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AI 编程的 3 个痛点与对策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防坑 1 - 不要让 AI 猜 Bug 原因 - 先收集足够证据</a:t>
            </a:r>
            <a:endParaRPr lang="zh-CN" altLang="en-US"/>
          </a:p>
          <a:p>
            <a:pPr/>
            <a:r>
              <a:t>  错误日志、堆栈、复现步骤、环境信息</a:t>
            </a:r>
          </a:p>
          <a:p>
            <a:pPr/>
            <a:r>
              <a:t>  让 AI 基于证据推理，不是基于猜测</a:t>
            </a:r>
          </a:p>
          <a:p>
            <a:pPr/>
            <a:r>
              <a:t/>
            </a:r>
          </a:p>
          <a:p>
            <a:pPr/>
            <a:r>
              <a:t>防坑 2 - 不要让 AI 做大规模重写式的修复</a:t>
            </a:r>
          </a:p>
          <a:p>
            <a:pPr/>
            <a:r>
              <a:t>  Bug 修复应该是最小变更原则</a:t>
            </a:r>
          </a:p>
          <a:p>
            <a:pPr/>
            <a:r>
              <a:t>  让 AI 解释：为什么这样改？会影响什么？</a:t>
            </a:r>
          </a:p>
          <a:p>
            <a:pPr/>
            <a:r>
              <a:t/>
            </a:r>
          </a:p>
          <a:p>
            <a:pPr/>
            <a:r>
              <a:t>防坑 3 - 修复后必须要求 AI 写回归测试</a:t>
            </a:r>
          </a:p>
          <a:p>
            <a:pPr/>
            <a:r>
              <a:t>  AI 写的 Bug 很容易再次出现</a:t>
            </a:r>
          </a:p>
          <a:p>
            <a:pPr/>
            <a:r>
              <a:t>  回归测试是唯一可靠的防重犯手段</a:t>
            </a:r>
          </a:p>
          <a:p>
            <a:pPr/>
            <a:r>
              <a:t/>
            </a:r>
          </a:p>
          <a:p>
            <a:pPr/>
            <a:r>
              <a:t>防坑 4 - 不要信任 AI 的这就修复了 - 自己跑一遍</a:t>
            </a:r>
          </a:p>
          <a:p>
            <a:pPr/>
            <a:r>
              <a:t>  永远亲自验证，不要跳过验证步骤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与 AI 结对调试 Bug 的防坑指南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教训 1：AI 对报错信息的理解能力远超预期 - 要充分利用</a:t>
            </a:r>
            <a:endParaRPr lang="zh-CN" altLang="en-US"/>
          </a:p>
          <a:p>
            <a:pPr/>
            <a:r>
              <a:t>  把完整错误信息（包括 stack trace）粘贴给 AI</a:t>
            </a:r>
          </a:p>
          <a:p>
            <a:pPr/>
            <a:r>
              <a:t/>
            </a:r>
          </a:p>
          <a:p>
            <a:pPr/>
            <a:r>
              <a:t>教训 2：不要把 AI 当搜索用 - 要把它当结对伙伴用</a:t>
            </a:r>
          </a:p>
          <a:p>
            <a:pPr/>
            <a:r>
              <a:t>  对话式调试（描述现象、讨论假设、设计验证、得出结论）效果最好</a:t>
            </a:r>
          </a:p>
          <a:p>
            <a:pPr/>
            <a:r>
              <a:t/>
            </a:r>
          </a:p>
          <a:p>
            <a:pPr/>
            <a:r>
              <a:t>教训 3：让 AI 做差异分析</a:t>
            </a:r>
          </a:p>
          <a:p>
            <a:pPr/>
            <a:r>
              <a:t>  给 AI 工作版本和出问题版本的差异，让它分析可能的原因</a:t>
            </a:r>
          </a:p>
          <a:p>
            <a:pPr/>
            <a:r>
              <a:t/>
            </a:r>
          </a:p>
          <a:p>
            <a:pPr/>
            <a:r>
              <a:t>教训 4：环境问题往往不是 AI 能解决的</a:t>
            </a:r>
          </a:p>
          <a:p>
            <a:pPr/>
            <a:r>
              <a:t>  依赖、版本、路径、权限 - 这些问题 AI 看不到，需要人排查</a:t>
            </a:r>
          </a:p>
          <a:p>
            <a:pPr/>
            <a:r>
              <a:t/>
            </a:r>
          </a:p>
          <a:p>
            <a:pPr/>
            <a:r>
              <a:t>教训 5：AI 的建议要按可信度分级</a:t>
            </a:r>
          </a:p>
          <a:p>
            <a:pPr/>
            <a:r>
              <a:t>  高可信：语法/类型/明显逻辑错误</a:t>
            </a:r>
          </a:p>
          <a:p>
            <a:pPr/>
            <a:r>
              <a:t>  中可信：代码风格/最佳实践建议</a:t>
            </a:r>
          </a:p>
          <a:p>
            <a:pPr/>
            <a:r>
              <a:t>  低可信：架构级/系统性问题的根因判断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和 AI 一起调程序的经验教训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核心理念：用最少的人力，获得最大的产出</a:t>
            </a:r>
            <a:endParaRPr lang="zh-CN" altLang="en-US"/>
          </a:p>
          <a:p>
            <a:pPr/>
            <a:r>
              <a:t>工作流的四个阶段：</a:t>
            </a:r>
          </a:p>
          <a:p>
            <a:pPr/>
            <a:r>
              <a:t>  1. 准备阶段（人）- 把任务描述清楚，备好上下文</a:t>
            </a:r>
          </a:p>
          <a:p>
            <a:pPr/>
            <a:r>
              <a:t>  2. 生成阶段（AI）- 让 AI 按模板/规范生成代码</a:t>
            </a:r>
          </a:p>
          <a:p>
            <a:pPr/>
            <a:r>
              <a:t>  3. 验证阶段（人+工具）- 运行测试、自动检查、代码评审</a:t>
            </a:r>
          </a:p>
          <a:p>
            <a:pPr/>
            <a:r>
              <a:t>  4. 迭代阶段（人指导，AI 执行）- 根据反馈快速调整</a:t>
            </a:r>
          </a:p>
          <a:p>
            <a:pPr/>
            <a:r>
              <a:t>关键心法：</a:t>
            </a:r>
          </a:p>
          <a:p>
            <a:pPr/>
            <a:r>
              <a:t>  人做判断，AI 做执行</a:t>
            </a:r>
          </a:p>
          <a:p>
            <a:pPr/>
            <a:r>
              <a:t>  你花 10 分钟写好 Prompt，AI 可以替你省 2 小时的编码时间</a:t>
            </a:r>
          </a:p>
          <a:p>
            <a:pPr/>
            <a:r>
              <a:t>  自动化检查越完善，你需要花在盯着 AI 上的精力越少</a:t>
            </a:r>
          </a:p>
          <a:p>
            <a:pPr/>
            <a:r>
              <a:t>  把反复出现的模式变成模板/脚本 - 不要每次都从零开始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大懒人 AI 结对工作模式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正确：功能正确、边界覆盖、无明显 Bug</a:t>
            </a:r>
            <a:endParaRPr lang="zh-CN" altLang="en-US"/>
          </a:p>
          <a:p>
            <a:pPr/>
            <a:r>
              <a:t>  给明确的输入/输出示例 + 测试用例</a:t>
            </a:r>
          </a:p>
          <a:p>
            <a:pPr/>
            <a:r>
              <a:t>  要求 AI 先想清楚逻辑再写代码</a:t>
            </a:r>
          </a:p>
          <a:p>
            <a:pPr/>
            <a:r>
              <a:t/>
            </a:r>
          </a:p>
          <a:p>
            <a:pPr/>
            <a:r>
              <a:t>优美：结构清晰、命名合理、可读性好</a:t>
            </a:r>
          </a:p>
          <a:p>
            <a:pPr/>
            <a:r>
              <a:t>  给 AI 注入你的编码规范和代码风格</a:t>
            </a:r>
          </a:p>
          <a:p>
            <a:pPr/>
            <a:r>
              <a:t>  让 AI 解释每段代码的作用和设计意图</a:t>
            </a:r>
          </a:p>
          <a:p>
            <a:pPr/>
            <a:r>
              <a:t>  使用 Review 角色：让 AI 或你自己做 Code Review</a:t>
            </a:r>
          </a:p>
          <a:p>
            <a:pPr/>
            <a:r>
              <a:t/>
            </a:r>
          </a:p>
          <a:p>
            <a:pPr/>
            <a:r>
              <a:t>无坏味道：遵循设计原则、可维护、可扩展</a:t>
            </a:r>
          </a:p>
          <a:p>
            <a:pPr/>
            <a:r>
              <a:t>  要求 AI 遵循 SOLID、DRY、单一职责等原则</a:t>
            </a:r>
          </a:p>
          <a:p>
            <a:pPr/>
            <a:r>
              <a:t>  警惕 AI 式冗余 - AI 喜欢写通用化的大而全代码</a:t>
            </a:r>
          </a:p>
          <a:p>
            <a:pPr/>
            <a:r>
              <a:t>  定期让 AI 对自己的代码做自审查 - 问它：这段代码有什么坏味道？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如何让 AI 生成正确、优美、无坏味道的代码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软件复用的三个层次，AI 在各层的表现：</a:t>
            </a:r>
            <a:endParaRPr lang="zh-CN" altLang="en-US"/>
          </a:p>
          <a:p>
            <a:pPr/>
            <a:r>
              <a:t/>
            </a:r>
          </a:p>
          <a:p>
            <a:pPr/>
            <a:r>
              <a:t>1. 代码级复用（函数/类）</a:t>
            </a:r>
          </a:p>
          <a:p>
            <a:pPr/>
            <a:r>
              <a:t>   AI 擅长：识别相似代码模式、生成通用工具函数</a:t>
            </a:r>
          </a:p>
          <a:p>
            <a:pPr/>
            <a:r>
              <a:t>   关键：给 AI 看已有的可复用代码 - 它不会自己去查</a:t>
            </a:r>
          </a:p>
          <a:p>
            <a:pPr/>
            <a:r>
              <a:t/>
            </a:r>
          </a:p>
          <a:p>
            <a:pPr/>
            <a:r>
              <a:t>2. 模块/组件级复用</a:t>
            </a:r>
          </a:p>
          <a:p>
            <a:pPr/>
            <a:r>
              <a:t>   AI 中等：需要明确的接口约定和示例</a:t>
            </a:r>
          </a:p>
          <a:p>
            <a:pPr/>
            <a:r>
              <a:t>   关键：提供组件规范文档 + 已有组件使用示例</a:t>
            </a:r>
          </a:p>
          <a:p>
            <a:pPr/>
            <a:r>
              <a:t/>
            </a:r>
          </a:p>
          <a:p>
            <a:pPr/>
            <a:r>
              <a:t>3. 架构级复用（框架/平台/体系）</a:t>
            </a:r>
          </a:p>
          <a:p>
            <a:pPr/>
            <a:r>
              <a:t>   AI 较弱：需要人来做架构决策</a:t>
            </a:r>
          </a:p>
          <a:p>
            <a:pPr/>
            <a:r>
              <a:t>   关键：人负责定义复用边界和策略，AI 负责实施</a:t>
            </a:r>
          </a:p>
          <a:p>
            <a:pPr/>
            <a:r>
              <a:t>实践建议：</a:t>
            </a:r>
          </a:p>
          <a:p>
            <a:pPr/>
            <a:r>
              <a:t>  维护一份组织代码资产清单 - 每次让 AI 编码前先查一遍</a:t>
            </a:r>
          </a:p>
          <a:p>
            <a:pPr/>
            <a:r>
              <a:t>  让 AI 在写新代码前先问：是否有现成的可以复用？</a:t>
            </a:r>
          </a:p>
          <a:p>
            <a:pPr/>
            <a:r>
              <a:t>  警惕过度工程化 - AI 倾向于为复用而复用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如何让 AI 实现软件复用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单一职责原则 (SRP)：一个对象应该只有一个改变的理由</a:t>
            </a:r>
            <a:endParaRPr lang="zh-CN" altLang="en-US"/>
          </a:p>
          <a:p>
            <a:pPr/>
            <a:r>
              <a:t>AI 语境下的特殊挑战：</a:t>
            </a:r>
          </a:p>
          <a:p>
            <a:pPr/>
            <a:r>
              <a:t>  AI 喜欢一个函数解决所有问题（大而全的代码块）</a:t>
            </a:r>
          </a:p>
          <a:p>
            <a:pPr/>
            <a:r>
              <a:t>  因为训练数据中的完整示例往往就是大段代码</a:t>
            </a:r>
          </a:p>
          <a:p>
            <a:pPr/>
            <a:r>
              <a:t>落地方法：</a:t>
            </a:r>
          </a:p>
          <a:p>
            <a:pPr/>
            <a:r>
              <a:t>  1. 在 Prompt 中明确要求：每个函数/类只做一件事</a:t>
            </a:r>
          </a:p>
          <a:p>
            <a:pPr/>
            <a:r>
              <a:t>  2. 要求 AI 给出职责划分说明 - 解释每个模块的职责边界</a:t>
            </a:r>
          </a:p>
          <a:p>
            <a:pPr/>
            <a:r>
              <a:t>  3. 用如果...需要改哪些地方来测试：变更应该是局部的</a:t>
            </a:r>
          </a:p>
          <a:p>
            <a:pPr/>
            <a:r>
              <a:t>  4. 代码评审时重点关注：这个函数/类是否有多个改变理由？</a:t>
            </a:r>
          </a:p>
          <a:p>
            <a:pPr/>
            <a:r>
              <a:t>AI 辅助 SRP 的一个技巧：</a:t>
            </a:r>
          </a:p>
          <a:p>
            <a:pPr/>
            <a:r>
              <a:t>  让 AI 读一段代码、识别其中的多职责、给出拆分建议</a:t>
            </a:r>
          </a:p>
          <a:p>
            <a:pPr/>
            <a:r>
              <a:t>  这比让 AI 从零写更有效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如何落地单一职责原则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重构的三种典型场景：</a:t>
            </a:r>
            <a:endParaRPr lang="zh-CN" altLang="en-US"/>
          </a:p>
          <a:p>
            <a:pPr/>
            <a:r>
              <a:t/>
            </a:r>
          </a:p>
          <a:p>
            <a:pPr/>
            <a:r>
              <a:t>场景 1 - AI 生成的代码本身质量不错，但缺少设计思想</a:t>
            </a:r>
          </a:p>
          <a:p>
            <a:pPr/>
            <a:r>
              <a:t>  让人做设计审查、让 AI 按设计思想重构</a:t>
            </a:r>
          </a:p>
          <a:p>
            <a:pPr/>
            <a:r>
              <a:t/>
            </a:r>
          </a:p>
          <a:p>
            <a:pPr/>
            <a:r>
              <a:t>场景 2 - 长期演进后，代码出现结构腐化、重复、坏味道</a:t>
            </a:r>
          </a:p>
          <a:p>
            <a:pPr/>
            <a:r>
              <a:t>  让 AI 做坏味道扫描（静态分析 + 人工确认）</a:t>
            </a:r>
          </a:p>
          <a:p>
            <a:pPr/>
            <a:r>
              <a:t>  按优先级逐个击破，每一个改动都要小、可验证</a:t>
            </a:r>
          </a:p>
          <a:p>
            <a:pPr/>
            <a:r>
              <a:t/>
            </a:r>
          </a:p>
          <a:p>
            <a:pPr/>
            <a:r>
              <a:t>场景 3 - 技术栈迁移（语言/框架/范式升级）</a:t>
            </a:r>
          </a:p>
          <a:p>
            <a:pPr/>
            <a:r>
              <a:t>  AI 在语法级转换上很强（JS 到 TS、Python 2 到 3）</a:t>
            </a:r>
          </a:p>
          <a:p>
            <a:pPr/>
            <a:r>
              <a:t>  但在语义级转换上很弱（单体到微服务）- 需要人主导</a:t>
            </a:r>
          </a:p>
          <a:p>
            <a:pPr/>
            <a:r>
              <a:t>核心原则：</a:t>
            </a:r>
          </a:p>
          <a:p>
            <a:pPr/>
            <a:r>
              <a:t>  重构永远不改变外部行为，只优化内部结构</a:t>
            </a:r>
          </a:p>
          <a:p>
            <a:pPr/>
            <a:r>
              <a:t>  测试先行：有测试保护，才能放心让 AI 动代码</a:t>
            </a:r>
          </a:p>
          <a:p>
            <a:pPr/>
            <a:r>
              <a:t>  小步进行：每次重构的范围越小，AI 越可靠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代码重构实战总结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案例背景：项目中多个页面使用旧的 Flash 提示机制，需要迁移到统一的 Toast 组件</a:t>
            </a:r>
            <a:endParaRPr lang="zh-CN" altLang="en-US"/>
          </a:p>
          <a:p>
            <a:pPr/>
            <a:r>
              <a:t/>
            </a:r>
          </a:p>
          <a:p>
            <a:pPr/>
            <a:r>
              <a:t>路径 A - 一次性重构（反例）</a:t>
            </a:r>
          </a:p>
          <a:p>
            <a:pPr/>
            <a:r>
              <a:t>  一次性把所有页面的 Flash 替换为 Toast</a:t>
            </a:r>
          </a:p>
          <a:p>
            <a:pPr/>
            <a:r>
              <a:t>  风险：改动量大、容易引入新 Bug、难测试、难回退</a:t>
            </a:r>
          </a:p>
          <a:p>
            <a:pPr/>
            <a:r>
              <a:t/>
            </a:r>
          </a:p>
          <a:p>
            <a:pPr/>
            <a:r>
              <a:t>路径 B - 小步重构（正例）</a:t>
            </a:r>
          </a:p>
          <a:p>
            <a:pPr/>
            <a:r>
              <a:t>  第一步：实现 Toast 组件 + 编写完整测试</a:t>
            </a:r>
          </a:p>
          <a:p>
            <a:pPr/>
            <a:r>
              <a:t>  第二步：在一个页面试点替换，验证效果</a:t>
            </a:r>
          </a:p>
          <a:p>
            <a:pPr/>
            <a:r>
              <a:t>  第三步：让 AI 按模板批量替换其他页面（每次只改一处）</a:t>
            </a:r>
          </a:p>
          <a:p>
            <a:pPr/>
            <a:r>
              <a:t>  第四步：每次替换后跑完整测试，确认无回归</a:t>
            </a:r>
          </a:p>
          <a:p>
            <a:pPr/>
            <a:r>
              <a:t>  第五步：确认所有页面替换完成后，删除 Flash 代码</a:t>
            </a:r>
          </a:p>
          <a:p>
            <a:pPr/>
            <a:r>
              <a:t>这个案例告诉我们：</a:t>
            </a:r>
          </a:p>
          <a:p>
            <a:pPr/>
            <a:r>
              <a:t>  小步 = 可控 = 安全 = 高效（长远看）</a:t>
            </a:r>
          </a:p>
          <a:p>
            <a:pPr/>
            <a:r>
              <a:t>  AI 适合做有明确模式可循的重复性改造</a:t>
            </a:r>
          </a:p>
          <a:p>
            <a:pPr/>
            <a:r>
              <a:t>  关键第一步是定义新模式（人的工作），之后才是 AI 的舞台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小步重构案例：从 Flash 提示到 Toast 组件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核心思想：一个 Bug 不是改完就完了，而是学习的机会</a:t>
            </a:r>
            <a:endParaRPr lang="zh-CN" altLang="en-US"/>
          </a:p>
          <a:p>
            <a:pPr/>
            <a:r>
              <a:t/>
            </a:r>
          </a:p>
          <a:p>
            <a:pPr/>
            <a:r>
              <a:t>第一次评审 - 代码层面</a:t>
            </a:r>
          </a:p>
          <a:p>
            <a:pPr/>
            <a:r>
              <a:t>  修复本身是否正确？</a:t>
            </a:r>
          </a:p>
          <a:p>
            <a:pPr/>
            <a:r>
              <a:t>  是否引入了新的坏味道？</a:t>
            </a:r>
          </a:p>
          <a:p>
            <a:pPr/>
            <a:r>
              <a:t>  回归测试写了吗？</a:t>
            </a:r>
          </a:p>
          <a:p>
            <a:pPr/>
            <a:r>
              <a:t/>
            </a:r>
          </a:p>
          <a:p>
            <a:pPr/>
            <a:r>
              <a:t>第二次评审 - 设计层面</a:t>
            </a:r>
          </a:p>
          <a:p>
            <a:pPr/>
            <a:r>
              <a:t>  这个 Bug 暴露了什么设计问题？</a:t>
            </a:r>
          </a:p>
          <a:p>
            <a:pPr/>
            <a:r>
              <a:t>  是否需要在架构层面做预防性改进？</a:t>
            </a:r>
          </a:p>
          <a:p>
            <a:pPr/>
            <a:r>
              <a:t>  让 AI 做假设分析：类似问题还可能出现在哪里？</a:t>
            </a:r>
          </a:p>
          <a:p>
            <a:pPr/>
            <a:r>
              <a:t/>
            </a:r>
          </a:p>
          <a:p>
            <a:pPr/>
            <a:r>
              <a:t>第三次评审 - 过程层面</a:t>
            </a:r>
          </a:p>
          <a:p>
            <a:pPr/>
            <a:r>
              <a:t>  为什么这个 Bug 没在更早被发现？</a:t>
            </a:r>
          </a:p>
          <a:p>
            <a:pPr/>
            <a:r>
              <a:t>  评审/测试/工具链有什么缺口？</a:t>
            </a:r>
          </a:p>
          <a:p>
            <a:pPr/>
            <a:r>
              <a:t>  如何系统性地预防这类 Bug？</a:t>
            </a:r>
          </a:p>
          <a:p>
            <a:pPr/>
            <a:r>
              <a:t/>
            </a:r>
          </a:p>
          <a:p>
            <a:pPr/>
            <a:r>
              <a:t>结果：一个 Bug 带来三层学习 - 代码质量、设计质量、过程质量同时提升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一个 Bug 的三次后置评审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一个普遍现象：团队说我们已经在用 AI 了，但效果参差不齐</a:t>
            </a:r>
            <a:endParaRPr lang="zh-CN" altLang="en-US"/>
          </a:p>
          <a:p>
            <a:pPr/>
            <a:r>
              <a:t/>
            </a:r>
          </a:p>
          <a:p>
            <a:pPr/>
            <a:r>
              <a:t>做了（浅层）对比做到位了（深层）：</a:t>
            </a:r>
          </a:p>
          <a:p>
            <a:pPr/>
            <a:r>
              <a:t>  装了 Copilot、用过 ChatGPT / 有组织级 AI 编码规范</a:t>
            </a:r>
          </a:p>
          <a:p>
            <a:pPr/>
            <a:r>
              <a:t>  偶尔让 AI 写点代码 / 系统化的人机协作工作流</a:t>
            </a:r>
          </a:p>
          <a:p>
            <a:pPr/>
            <a:r>
              <a:t>  没有标准，全靠个人经验 / 有 Prompt 模板库、评审清单</a:t>
            </a:r>
          </a:p>
          <a:p>
            <a:pPr/>
            <a:r>
              <a:t>  出问题全靠人救火 / 有自动化验证、回归测试、变更记录</a:t>
            </a:r>
          </a:p>
          <a:p>
            <a:pPr/>
            <a:r>
              <a:t>  关注省时间 / 关注提质量</a:t>
            </a:r>
          </a:p>
          <a:p>
            <a:pPr/>
            <a:r>
              <a:t>  没有度量，凭感觉 / 有 Harness 成熟度评估、持续改进</a:t>
            </a:r>
          </a:p>
          <a:p>
            <a:pPr/>
            <a:r>
              <a:t/>
            </a:r>
          </a:p>
          <a:p>
            <a:pPr/>
            <a:r>
              <a:t>从做了到做到位了，是咨询顾问真正能带来价值的地方</a:t>
            </a:r>
          </a:p>
          <a:p>
            <a:pPr/>
            <a:r>
              <a:t>差距不在 AI 工具，而在工程化体系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做了 与 做到位了：差距在哪里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从 OSSP 到 Harness：AI 时代的软件过程演进</a:t>
            </a:r>
            <a:endParaRPr lang="zh-CN" altLang="en-US"/>
          </a:p>
          <a:p>
            <a:pPr/>
            <a:r>
              <a:t>Harness 工程 vs CMMI：相似与互补</a:t>
            </a:r>
          </a:p>
          <a:p>
            <a:pPr/>
            <a:r>
              <a:t>LLM 赋能 CMMI 的实施</a:t>
            </a:r>
          </a:p>
          <a:p>
            <a:pPr/>
            <a:r>
              <a:t>PLAN 过程的 AI 化实践</a:t>
            </a:r>
          </a:p>
          <a:p>
            <a:pPr/>
            <a:r>
              <a:t>DO 过程的 AI 化实践</a:t>
            </a:r>
          </a:p>
          <a:p>
            <a:pPr/>
            <a:r>
              <a:t>CHECK &amp; ACT 过程的 AI 化实践</a:t>
            </a:r>
          </a:p>
          <a:p>
            <a:pPr/>
            <a:r>
              <a:t>以智取胜：LLM 赋能 CMMI 的落地思路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Part 4 - AI 与 CMMI 的融合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三层体系：OSSP、PDP、Harness</a:t>
            </a:r>
            <a:endParaRPr lang="zh-CN" altLang="en-US"/>
          </a:p>
          <a:p>
            <a:pPr/>
            <a:r>
              <a:t/>
            </a:r>
          </a:p>
          <a:p>
            <a:pPr/>
            <a:r>
              <a:t>OSSP（组织标准软件过程）</a:t>
            </a:r>
          </a:p>
          <a:p>
            <a:pPr/>
            <a:r>
              <a:t>  定义人应该怎么做</a:t>
            </a:r>
          </a:p>
          <a:p>
            <a:pPr/>
            <a:r>
              <a:t>  静态的、文档化的标准</a:t>
            </a:r>
          </a:p>
          <a:p>
            <a:pPr/>
            <a:r>
              <a:t>  基础：让所有人按同一套方法做事</a:t>
            </a:r>
          </a:p>
          <a:p>
            <a:pPr/>
            <a:r>
              <a:t/>
            </a:r>
          </a:p>
          <a:p>
            <a:pPr/>
            <a:r>
              <a:t>PDP（项目定义过程）</a:t>
            </a:r>
          </a:p>
          <a:p>
            <a:pPr/>
            <a:r>
              <a:t>  从 OSSP 裁剪+定制，适配具体项目</a:t>
            </a:r>
          </a:p>
          <a:p>
            <a:pPr/>
            <a:r>
              <a:t>  连接组织标准与项目实际</a:t>
            </a:r>
          </a:p>
          <a:p>
            <a:pPr/>
            <a:r>
              <a:t/>
            </a:r>
          </a:p>
          <a:p>
            <a:pPr/>
            <a:r>
              <a:t>Harness（人机协作过程）</a:t>
            </a:r>
          </a:p>
          <a:p>
            <a:pPr/>
            <a:r>
              <a:t>  定义 AI+人 如何协同工作</a:t>
            </a:r>
          </a:p>
          <a:p>
            <a:pPr/>
            <a:r>
              <a:t>  动态的、有学习能力的体系</a:t>
            </a:r>
          </a:p>
          <a:p>
            <a:pPr/>
            <a:r>
              <a:t>  新增维度：AI 的角色、AI 的输入输出、AI 与人的交互协议</a:t>
            </a:r>
          </a:p>
          <a:p>
            <a:pPr/>
            <a:r>
              <a:t/>
            </a:r>
          </a:p>
          <a:p>
            <a:pPr/>
            <a:r>
              <a:t>演进不是替换，而是叠加：</a:t>
            </a:r>
          </a:p>
          <a:p>
            <a:pPr/>
            <a:r>
              <a:t>  OSSP 告诉人怎么做、PDP 告诉项目怎么裁剪、Harness 告诉 AI 怎么配合</a:t>
            </a:r>
          </a:p>
          <a:p>
            <a:pPr/>
            <a:r>
              <a:t>  三层缺一不可，共同构成 AI 时代的过程资产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从 OSSP 到 Harness：AI 时代的过程演进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Harness：让 AI 正确地做事</a:t>
            </a:r>
            <a:endParaRPr lang="zh-CN" altLang="en-US"/>
          </a:p>
          <a:p>
            <a:pPr/>
            <a:r>
              <a:t>CMMI：让人正确地做事</a:t>
            </a:r>
          </a:p>
          <a:p>
            <a:pPr/>
            <a:r>
              <a:t/>
            </a:r>
          </a:p>
          <a:p>
            <a:pPr/>
            <a:r>
              <a:t>相似之处（底层逻辑相通）：</a:t>
            </a:r>
          </a:p>
          <a:p>
            <a:pPr/>
            <a:r>
              <a:t>  都强调过程定义 - 做事情要有方法</a:t>
            </a:r>
          </a:p>
          <a:p>
            <a:pPr/>
            <a:r>
              <a:t>  都强调度量 - 用数据说话，凭证据决策</a:t>
            </a:r>
          </a:p>
          <a:p>
            <a:pPr/>
            <a:r>
              <a:t>  都强调持续改进 - 不是一劳永逸，而是不断迭代</a:t>
            </a:r>
          </a:p>
          <a:p>
            <a:pPr/>
            <a:r>
              <a:t>  都强调组织级资产 - 个体经验要沉淀为组织能力</a:t>
            </a:r>
          </a:p>
          <a:p>
            <a:pPr/>
            <a:r>
              <a:t/>
            </a:r>
          </a:p>
          <a:p>
            <a:pPr/>
            <a:r>
              <a:t>互补之处（1+1 &gt; 2）：</a:t>
            </a:r>
          </a:p>
          <a:p>
            <a:pPr/>
            <a:r>
              <a:t>  CMMI 定义了应该做什么（实践框架）</a:t>
            </a:r>
          </a:p>
          <a:p>
            <a:pPr/>
            <a:r>
              <a:t>  Harness 定义了 AI 如何参与做（技术实现）</a:t>
            </a:r>
          </a:p>
          <a:p>
            <a:pPr/>
            <a:r>
              <a:t>  把 AI 当作一个项目成员，用 CMMI 的方法论来管理它</a:t>
            </a:r>
          </a:p>
          <a:p>
            <a:pPr/>
            <a:r>
              <a:t/>
            </a:r>
          </a:p>
          <a:p>
            <a:pPr/>
            <a:r>
              <a:t>关键洞察：</a:t>
            </a:r>
          </a:p>
          <a:p>
            <a:pPr/>
            <a:r>
              <a:t>  把 AI 当作人，CMMI 同样适用于 AI</a:t>
            </a:r>
          </a:p>
          <a:p>
            <a:pPr/>
            <a:r>
              <a:t>  只是执行环节由 AI 承担，决策与验证仍由人掌握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Harness 工程 vs CMMI：相似与互补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核心架构：每条 CMMI 实践、设计 LLM 的参与方式</a:t>
            </a:r>
            <a:endParaRPr lang="zh-CN" altLang="en-US"/>
          </a:p>
          <a:p>
            <a:pPr/>
            <a:r>
              <a:t/>
            </a:r>
          </a:p>
          <a:p>
            <a:pPr/>
            <a:r>
              <a:t>LLM 输入（它需要知道什么）：</a:t>
            </a:r>
          </a:p>
          <a:p>
            <a:pPr/>
            <a:r>
              <a:t>  动态知识：本项目的特征、上下文、约束</a:t>
            </a:r>
          </a:p>
          <a:p>
            <a:pPr/>
            <a:r>
              <a:t>  静态知识：组织资产库、历史项目、规范标准</a:t>
            </a:r>
          </a:p>
          <a:p>
            <a:pPr/>
            <a:r>
              <a:t/>
            </a:r>
          </a:p>
          <a:p>
            <a:pPr/>
            <a:r>
              <a:t>LLM 输出（它能产出什么）：</a:t>
            </a:r>
          </a:p>
          <a:p>
            <a:pPr/>
            <a:r>
              <a:t>  文档草稿、检查清单、分析报告</a:t>
            </a:r>
          </a:p>
          <a:p>
            <a:pPr/>
            <a:r>
              <a:t>  代码片段、测试用例、数据报告</a:t>
            </a:r>
          </a:p>
          <a:p>
            <a:pPr/>
            <a:r>
              <a:t>  方案选项、风险识别、改进建议</a:t>
            </a:r>
          </a:p>
          <a:p>
            <a:pPr/>
            <a:r>
              <a:t/>
            </a:r>
          </a:p>
          <a:p>
            <a:pPr/>
            <a:r>
              <a:t>LLM 执行（它的工作流）：</a:t>
            </a:r>
          </a:p>
          <a:p>
            <a:pPr/>
            <a:r>
              <a:t>  按结构化提示词生成产出</a:t>
            </a:r>
          </a:p>
          <a:p>
            <a:pPr/>
            <a:r>
              <a:t>  由人做最终审核和决策</a:t>
            </a:r>
          </a:p>
          <a:p>
            <a:pPr/>
            <a:r>
              <a:t>  后续活动可再次由 LLM 或人执行</a:t>
            </a:r>
          </a:p>
          <a:p>
            <a:pPr/>
            <a:r>
              <a:t/>
            </a:r>
          </a:p>
          <a:p>
            <a:pPr/>
            <a:r>
              <a:t>形成闭环：人指导 AI、AI 产出初稿、人审核修正、AI 迭代、最终交付</a:t>
            </a:r>
          </a:p>
          <a:p>
            <a:pPr/>
            <a:r>
              <a:t>每一轮循环，AI 对业务和规范的理解都在加深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LLM 赋能 CMMI 的实施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PLAN 1.1 - 制定任务列表</a:t>
            </a:r>
            <a:endParaRPr lang="zh-CN" altLang="en-US"/>
          </a:p>
          <a:p>
            <a:pPr/>
            <a:r>
              <a:t>  AI 输入：项目 scope、约束条件（如等保三级、需与现有核心银行系统对接）</a:t>
            </a:r>
          </a:p>
          <a:p>
            <a:pPr/>
            <a:r>
              <a:t>  AI 产出：WBS（工作分解结构）、任务依赖关系、资源估算</a:t>
            </a:r>
          </a:p>
          <a:p>
            <a:pPr/>
            <a:r>
              <a:t>  人做什么：确认任务完整性、检查遗漏任务（项目管理类/横向关联类/交付物制作类/支持类）</a:t>
            </a:r>
          </a:p>
          <a:p>
            <a:pPr/>
            <a:r>
              <a:t>  关键校验：任务颗粒度 - 一般控制在 10 人天以内</a:t>
            </a:r>
          </a:p>
          <a:p>
            <a:pPr/>
            <a:r>
              <a:t/>
            </a:r>
          </a:p>
          <a:p>
            <a:pPr/>
            <a:r>
              <a:t>PLAN 1.2 - 估算工作量与工期</a:t>
            </a:r>
          </a:p>
          <a:p>
            <a:pPr/>
            <a:r>
              <a:t>  AI 输入：历史项目数据、功能点描述</a:t>
            </a:r>
          </a:p>
          <a:p>
            <a:pPr/>
            <a:r>
              <a:t>  AI 产出：类比估算、参数估算、乐观/悲观区间</a:t>
            </a:r>
          </a:p>
          <a:p>
            <a:pPr/>
            <a:r>
              <a:t>  人做什么：提供历史数据、校准估算偏差、做风险分析</a:t>
            </a:r>
          </a:p>
          <a:p>
            <a:pPr/>
            <a:r>
              <a:t/>
            </a:r>
          </a:p>
          <a:p>
            <a:pPr/>
            <a:r>
              <a:t>PLAN 1.3 - 制定项目计划</a:t>
            </a:r>
          </a:p>
          <a:p>
            <a:pPr/>
            <a:r>
              <a:t>  AI 输入：任务列表、估算结果、资源约束</a:t>
            </a:r>
          </a:p>
          <a:p>
            <a:pPr/>
            <a:r>
              <a:t>  AI 产出：甘特图、关键路径、里程碑</a:t>
            </a:r>
          </a:p>
          <a:p>
            <a:pPr/>
            <a:r>
              <a:t>  人做什么：确认关键路径、协调资源冲突、与客户对齐预期</a:t>
            </a:r>
          </a:p>
          <a:p>
            <a:pPr/>
            <a:r>
              <a:t/>
            </a:r>
          </a:p>
          <a:p>
            <a:pPr/>
            <a:r>
              <a:t>注意：AI 是助理，不是经理 - 最终计划由人批准、由人负责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PLAN 过程的 AI 化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DO 2.1 - 需求开发</a:t>
            </a:r>
            <a:endParaRPr lang="zh-CN" altLang="en-US"/>
          </a:p>
          <a:p>
            <a:pPr/>
            <a:r>
              <a:t>  AI 辅助：需求结构化、需求缺陷检查、需求间一致性分析</a:t>
            </a:r>
          </a:p>
          <a:p>
            <a:pPr/>
            <a:r>
              <a:t>  人负责：需求优先级、需求的业务价值判断</a:t>
            </a:r>
          </a:p>
          <a:p>
            <a:pPr/>
            <a:r>
              <a:t/>
            </a:r>
          </a:p>
          <a:p>
            <a:pPr/>
            <a:r>
              <a:t>DO 2.2 - 设计与实现</a:t>
            </a:r>
          </a:p>
          <a:p>
            <a:pPr/>
            <a:r>
              <a:t>  AI 辅助：代码生成、API 设计、设计模式建议、反模式识别</a:t>
            </a:r>
          </a:p>
          <a:p>
            <a:pPr/>
            <a:r>
              <a:t>  人负责：架构决策、设计评审、核心模块编码</a:t>
            </a:r>
          </a:p>
          <a:p>
            <a:pPr/>
            <a:r>
              <a:t/>
            </a:r>
          </a:p>
          <a:p>
            <a:pPr/>
            <a:r>
              <a:t>DO 2.3 - 集成与测试</a:t>
            </a:r>
          </a:p>
          <a:p>
            <a:pPr/>
            <a:r>
              <a:t>  AI 辅助：测试用例生成（正常/异常/边界）、测试代码编写</a:t>
            </a:r>
          </a:p>
          <a:p>
            <a:pPr/>
            <a:r>
              <a:t>  人负责：测试策略、集成方案、验收测试、用户场景验证</a:t>
            </a:r>
          </a:p>
          <a:p>
            <a:pPr/>
            <a:r>
              <a:t/>
            </a:r>
          </a:p>
          <a:p>
            <a:pPr/>
            <a:r>
              <a:t>DO 2.4 - 文档与交付</a:t>
            </a:r>
          </a:p>
          <a:p>
            <a:pPr/>
            <a:r>
              <a:t>  AI 辅助：从代码/注释自动生成技术文档、用户手册草稿</a:t>
            </a:r>
          </a:p>
          <a:p>
            <a:pPr/>
            <a:r>
              <a:t>  人负责：文档质量审核、面向业务的术语转换</a:t>
            </a:r>
          </a:p>
          <a:p>
            <a:pPr/>
            <a:r>
              <a:t/>
            </a:r>
          </a:p>
          <a:p>
            <a:pPr/>
            <a:r>
              <a:t>共同原则：AI 做体力活（生成、检索、模式识别），人做判断活（决策、取舍、价值判断）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DO 过程的 AI 化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CHECK 3.1 - 过程与产品监控</a:t>
            </a:r>
            <a:endParaRPr lang="zh-CN" altLang="en-US"/>
          </a:p>
          <a:p>
            <a:pPr/>
            <a:r>
              <a:t>  AI 辅助：代码静态分析增强（识别坏味道、安全漏洞、性能隐患）</a:t>
            </a:r>
          </a:p>
          <a:p>
            <a:pPr/>
            <a:r>
              <a:t>  AI 辅助：日志异常模式识别、趋势分析</a:t>
            </a:r>
          </a:p>
          <a:p>
            <a:pPr/>
            <a:r>
              <a:t>  人负责：设置度量指标、解读分析结果、做决策</a:t>
            </a:r>
          </a:p>
          <a:p>
            <a:pPr/>
            <a:r>
              <a:t/>
            </a:r>
          </a:p>
          <a:p>
            <a:pPr/>
            <a:r>
              <a:t>CHECK 3.2 - 评审与审计</a:t>
            </a:r>
          </a:p>
          <a:p>
            <a:pPr/>
            <a:r>
              <a:t>  AI 辅助：自动 Code Review、文档一致性检查</a:t>
            </a:r>
          </a:p>
          <a:p>
            <a:pPr/>
            <a:r>
              <a:t>  人负责：深度设计评审、架构评审、过程审计</a:t>
            </a:r>
          </a:p>
          <a:p>
            <a:pPr/>
            <a:r>
              <a:t/>
            </a:r>
          </a:p>
          <a:p>
            <a:pPr/>
            <a:r>
              <a:t>ACT 4.1 - 偏差纠正</a:t>
            </a:r>
          </a:p>
          <a:p>
            <a:pPr/>
            <a:r>
              <a:t>  AI 辅助：分析偏差根因（对比历史项目）、生成纠正措施建议</a:t>
            </a:r>
          </a:p>
          <a:p>
            <a:pPr/>
            <a:r>
              <a:t>  人负责：确认根因、选择纠正措施、分配资源、跟踪效果</a:t>
            </a:r>
          </a:p>
          <a:p>
            <a:pPr/>
            <a:r>
              <a:t/>
            </a:r>
          </a:p>
          <a:p>
            <a:pPr/>
            <a:r>
              <a:t>ACT 4.2 - 过程改进</a:t>
            </a:r>
          </a:p>
          <a:p>
            <a:pPr/>
            <a:r>
              <a:t>  AI 辅助：跨项目的最佳实践聚合、改进效果预测</a:t>
            </a:r>
          </a:p>
          <a:p>
            <a:pPr/>
            <a:r>
              <a:t>  人负责：定义改进优先级、推动组织级改进、固化改进成果</a:t>
            </a:r>
          </a:p>
          <a:p>
            <a:pPr/>
            <a:r>
              <a:t/>
            </a:r>
          </a:p>
          <a:p>
            <a:pPr/>
            <a:r>
              <a:t>AI 在 CHECK/ACT 中的角色：数据分析引擎 + 建议生成器</a:t>
            </a:r>
          </a:p>
          <a:p>
            <a:pPr/>
            <a:r>
              <a:t>但要不要改、改多少、如何验证永远是人做判断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CHECK &amp; ACT 过程的 AI 化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做法 1 - 建立组织级 Prompt 模板库</a:t>
            </a:r>
            <a:endParaRPr lang="zh-CN" altLang="en-US"/>
          </a:p>
          <a:p>
            <a:pPr/>
            <a:r>
              <a:t>  每个 CMMI 过程域都有专用 Prompt 模板</a:t>
            </a:r>
          </a:p>
          <a:p>
            <a:pPr/>
            <a:r>
              <a:t>  模板中注入：组织标准、历史案例、规范约束</a:t>
            </a:r>
          </a:p>
          <a:p>
            <a:pPr/>
            <a:r>
              <a:t/>
            </a:r>
          </a:p>
          <a:p>
            <a:pPr/>
            <a:r>
              <a:t>做法 2 - 代码生成与评审的闭环</a:t>
            </a:r>
          </a:p>
          <a:p>
            <a:pPr/>
            <a:r>
              <a:t>  开发用 AI 生成、测试用 AI 验证、评审用 AI 辅助检查</a:t>
            </a:r>
          </a:p>
          <a:p>
            <a:pPr/>
            <a:r>
              <a:t>  每次评审的反馈回流到 Prompt 模板，持续优化</a:t>
            </a:r>
          </a:p>
          <a:p>
            <a:pPr/>
            <a:r>
              <a:t/>
            </a:r>
          </a:p>
          <a:p>
            <a:pPr/>
            <a:r>
              <a:t>做法 3 - 度量数据的 AI 化分析</a:t>
            </a:r>
          </a:p>
          <a:p>
            <a:pPr/>
            <a:r>
              <a:t>  自动化收集缺陷密度、评审缺陷率、测试覆盖率等指标</a:t>
            </a:r>
          </a:p>
          <a:p>
            <a:pPr/>
            <a:r>
              <a:t>  AI 做异常检测和趋势预警，人做决策和行动</a:t>
            </a:r>
          </a:p>
          <a:p>
            <a:pPr/>
            <a:r>
              <a:t/>
            </a:r>
          </a:p>
          <a:p>
            <a:pPr/>
            <a:r>
              <a:t>做法 4 - 经验教训的结构化沉淀</a:t>
            </a:r>
          </a:p>
          <a:p>
            <a:pPr/>
            <a:r>
              <a:t>  每个项目结束后，AI 自动整理经验教训文档</a:t>
            </a:r>
          </a:p>
          <a:p>
            <a:pPr/>
            <a:r>
              <a:t>  结构化存储，下次新项目启动时可检索、可复用</a:t>
            </a:r>
          </a:p>
          <a:p>
            <a:pPr/>
            <a:r>
              <a:t/>
            </a:r>
          </a:p>
          <a:p>
            <a:pPr/>
            <a:r>
              <a:t>效果：评审效率提升 40%，重复缺陷率下降 60%，新项目启动准备时间减半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案例：某银行信贷审批系统的实践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落地的三个阶段，从易到难：</a:t>
            </a:r>
            <a:endParaRPr lang="zh-CN" altLang="en-US"/>
          </a:p>
          <a:p>
            <a:pPr/>
            <a:r>
              <a:t/>
            </a:r>
          </a:p>
          <a:p>
            <a:pPr/>
            <a:r>
              <a:t>阶段 1 - 工具层（Quick Wins）</a:t>
            </a:r>
          </a:p>
          <a:p>
            <a:pPr/>
            <a:r>
              <a:t>  部署 AI 代码助手，建立基础 Prompt 模板</a:t>
            </a:r>
          </a:p>
          <a:p>
            <a:pPr/>
            <a:r>
              <a:t>  在代码评审、测试编写、文档生成中引入 AI</a:t>
            </a:r>
          </a:p>
          <a:p>
            <a:pPr/>
            <a:r>
              <a:t>  目标：个人/团队效率明显提升</a:t>
            </a:r>
          </a:p>
          <a:p>
            <a:pPr/>
            <a:r>
              <a:t/>
            </a:r>
          </a:p>
          <a:p>
            <a:pPr/>
            <a:r>
              <a:t>阶段 2 - 流程层（Systematic Integration）</a:t>
            </a:r>
          </a:p>
          <a:p>
            <a:pPr/>
            <a:r>
              <a:t>  把 AI 嵌入到 CMMI 各过程域的标准流程中</a:t>
            </a:r>
          </a:p>
          <a:p>
            <a:pPr/>
            <a:r>
              <a:t>  PLAN/DO/CHECK/ACT 各环节明确 AI 的角色和输入输出</a:t>
            </a:r>
          </a:p>
          <a:p>
            <a:pPr/>
            <a:r>
              <a:t>  建立 AI 产出到人审核到回流优化的闭环</a:t>
            </a:r>
          </a:p>
          <a:p>
            <a:pPr/>
            <a:r>
              <a:t>  目标：组织级 AI 编码能力基本成型</a:t>
            </a:r>
          </a:p>
          <a:p>
            <a:pPr/>
            <a:r>
              <a:t/>
            </a:r>
          </a:p>
          <a:p>
            <a:pPr/>
            <a:r>
              <a:t>阶段 3 - 智能层（Intelligent Evolution）</a:t>
            </a:r>
          </a:p>
          <a:p>
            <a:pPr/>
            <a:r>
              <a:t>  AI 不只是执行者，开始做分析者和建议者</a:t>
            </a:r>
          </a:p>
          <a:p>
            <a:pPr/>
            <a:r>
              <a:t>  基于历史数据做预测性管理（风险预测、工作量预测）</a:t>
            </a:r>
          </a:p>
          <a:p>
            <a:pPr/>
            <a:r>
              <a:t>  全变更蒸馏：把每一次项目经验都变成组织可复用的资产</a:t>
            </a:r>
          </a:p>
          <a:p>
            <a:pPr/>
            <a:r>
              <a:t>  目标：形成可自我进化的人机协作体系</a:t>
            </a:r>
          </a:p>
          <a:p>
            <a:pPr/>
            <a:r>
              <a:t/>
            </a:r>
          </a:p>
          <a:p>
            <a:pPr/>
            <a:r>
              <a:t>你不需要一步到位，但需要有路线图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以智取胜：LLM 赋能 CMMI 的落地思路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AI 自动生成代码时代，度量软件功能点还有意义吗？</a:t>
            </a:r>
            <a:endParaRPr lang="zh-CN" altLang="en-US"/>
          </a:p>
          <a:p>
            <a:pPr/>
            <a:r>
              <a:t>Harness 成熟度模型（HMM）</a:t>
            </a:r>
          </a:p>
          <a:p>
            <a:pPr/>
            <a:r>
              <a:t>HMM 的 5 个等级详解</a:t>
            </a:r>
          </a:p>
          <a:p>
            <a:pPr/>
            <a:r>
              <a:t>如何评估组织的 Harness 成熟度</a:t>
            </a:r>
          </a:p>
          <a:p>
            <a:pPr/>
            <a:r>
              <a:t>AI 编程更应工程化，AI 编程更能工程化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Part 5 - AI 时代的度量与量化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问题的本质：当代码的生产成本急剧下降时，我们应该度量什么？</a:t>
            </a:r>
            <a:endParaRPr lang="zh-CN" altLang="en-US"/>
          </a:p>
          <a:p>
            <a:pPr/>
            <a:r>
              <a:t/>
            </a:r>
          </a:p>
          <a:p>
            <a:pPr/>
            <a:r>
              <a:t>旧的度量（关注生产）：</a:t>
            </a:r>
          </a:p>
          <a:p>
            <a:pPr/>
            <a:r>
              <a:t>  代码行数 (LOC) - AI 能瞬间生成万行代码，这个数已经失去意义</a:t>
            </a:r>
          </a:p>
          <a:p>
            <a:pPr/>
            <a:r>
              <a:t>  功能点 (FP) - 功能的数量仍然重要，但谁来计数？</a:t>
            </a:r>
          </a:p>
          <a:p>
            <a:pPr/>
            <a:r>
              <a:t>  生产率（人时/功能点）- AI 让这个数字大幅波动，对比的意义在下降</a:t>
            </a:r>
          </a:p>
          <a:p>
            <a:pPr/>
            <a:r>
              <a:t/>
            </a:r>
          </a:p>
          <a:p>
            <a:pPr/>
            <a:r>
              <a:t>新的度量（关注价值和质量）：</a:t>
            </a:r>
          </a:p>
          <a:p>
            <a:pPr/>
            <a:r>
              <a:t>  需求交付速率：从需求提出到上线可用的时间</a:t>
            </a:r>
          </a:p>
          <a:p>
            <a:pPr/>
            <a:r>
              <a:t>  代码正确性：首次通过率、缺陷密度、回归测试通过率</a:t>
            </a:r>
          </a:p>
          <a:p>
            <a:pPr/>
            <a:r>
              <a:t>  变更蒸馏率：有多少项目经验沉淀为可复用资产</a:t>
            </a:r>
          </a:p>
          <a:p>
            <a:pPr/>
            <a:r>
              <a:t>  AI 协作效率：AI 生成代码的采纳率/修改率/废弃率</a:t>
            </a:r>
          </a:p>
          <a:p>
            <a:pPr/>
            <a:r>
              <a:t>  Harness 成熟度：组织级人机协作体系的完备程度</a:t>
            </a:r>
          </a:p>
          <a:p>
            <a:pPr/>
            <a:r>
              <a:t/>
            </a:r>
          </a:p>
          <a:p>
            <a:pPr/>
            <a:r>
              <a:t>结论：不是不度量，而是换东西度量</a:t>
            </a:r>
          </a:p>
          <a:p>
            <a:pPr/>
            <a:r>
              <a:t>  功能点仍然是需求规模的良好指标</a:t>
            </a:r>
          </a:p>
          <a:p>
            <a:pPr/>
            <a:r>
              <a:t>  但我们需要新增 AI 参与度、代码质量、体系成熟度等新维度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AI 生成代码时代，功能点度量还有意义吗？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借鉴 CMMI 的成熟度思想，设计了人机协作体系的评估框架</a:t>
            </a:r>
            <a:endParaRPr lang="zh-CN" altLang="en-US"/>
          </a:p>
          <a:p>
            <a:pPr/>
            <a:r>
              <a:t/>
            </a:r>
          </a:p>
          <a:p>
            <a:pPr/>
            <a:r>
              <a:t>Level 1 - 初始级 (Ad-hoc)</a:t>
            </a:r>
          </a:p>
          <a:p>
            <a:pPr/>
            <a:r>
              <a:t>  特征：零散使用 AI 工具，个人行为，无标准</a:t>
            </a:r>
          </a:p>
          <a:p>
            <a:pPr/>
            <a:r>
              <a:t>  风险：质量不可控，产出因人而异，难以复制成功</a:t>
            </a:r>
          </a:p>
          <a:p>
            <a:pPr/>
            <a:r>
              <a:t/>
            </a:r>
          </a:p>
          <a:p>
            <a:pPr/>
            <a:r>
              <a:t>Level 2 - 已管理级 (Managed)</a:t>
            </a:r>
          </a:p>
          <a:p>
            <a:pPr/>
            <a:r>
              <a:t>  特征：团队层面有基本规则，开始使用 Prompt 模板</a:t>
            </a:r>
          </a:p>
          <a:p>
            <a:pPr/>
            <a:r>
              <a:t>  度量：AI 工具使用率、采纳率、基本代码质量指标</a:t>
            </a:r>
          </a:p>
          <a:p>
            <a:pPr/>
            <a:r>
              <a:t/>
            </a:r>
          </a:p>
          <a:p>
            <a:pPr/>
            <a:r>
              <a:t>Level 3 - 已定义级 (Defined)</a:t>
            </a:r>
          </a:p>
          <a:p>
            <a:pPr/>
            <a:r>
              <a:t>  特征：组织级标准存在，Harness 过程完整定义</a:t>
            </a:r>
          </a:p>
          <a:p>
            <a:pPr/>
            <a:r>
              <a:t>  度量：过程合规度、资产沉淀量、模板复用率</a:t>
            </a:r>
          </a:p>
          <a:p>
            <a:pPr/>
            <a:r>
              <a:t/>
            </a:r>
          </a:p>
          <a:p>
            <a:pPr/>
            <a:r>
              <a:t>Level 4 - 量化管理级 (Quantitatively Managed)</a:t>
            </a:r>
          </a:p>
          <a:p>
            <a:pPr/>
            <a:r>
              <a:t>  特征：数据驱动的度量体系，效果可量化</a:t>
            </a:r>
          </a:p>
          <a:p>
            <a:pPr/>
            <a:r>
              <a:t>  度量：AI 贡献度、缺陷降低率、效率提升百分比</a:t>
            </a:r>
          </a:p>
          <a:p>
            <a:pPr/>
            <a:r>
              <a:t/>
            </a:r>
          </a:p>
          <a:p>
            <a:pPr/>
            <a:r>
              <a:t>Level 5 - 优化级 (Optimizing)</a:t>
            </a:r>
          </a:p>
          <a:p>
            <a:pPr/>
            <a:r>
              <a:t>  特征：AI 自驱动演进，预测性质量管理</a:t>
            </a:r>
          </a:p>
          <a:p>
            <a:pPr/>
            <a:r>
              <a:t>  度量：改进 ROI、风险预测准确度、体系自演进速度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Harness 成熟度模型（HMM）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评估维度（每个维度 1-5 分）：</a:t>
            </a:r>
            <a:endParaRPr lang="zh-CN" altLang="en-US"/>
          </a:p>
          <a:p>
            <a:pPr/>
            <a:r>
              <a:t/>
            </a:r>
          </a:p>
          <a:p>
            <a:pPr/>
            <a:r>
              <a:t>1. AI 工具的部署与使用水平</a:t>
            </a:r>
          </a:p>
          <a:p>
            <a:pPr/>
            <a:r>
              <a:t>   是否有标准工具？是否全员使用？是否有版本管理？</a:t>
            </a:r>
          </a:p>
          <a:p>
            <a:pPr/>
            <a:r>
              <a:t/>
            </a:r>
          </a:p>
          <a:p>
            <a:pPr/>
            <a:r>
              <a:t>2. Prompt 工程能力</a:t>
            </a:r>
          </a:p>
          <a:p>
            <a:pPr/>
            <a:r>
              <a:t>   是否有模板库？是否结构化？是否持续优化？</a:t>
            </a:r>
          </a:p>
          <a:p>
            <a:pPr/>
            <a:r>
              <a:t/>
            </a:r>
          </a:p>
          <a:p>
            <a:pPr/>
            <a:r>
              <a:t>3. 人机协作流程</a:t>
            </a:r>
          </a:p>
          <a:p>
            <a:pPr/>
            <a:r>
              <a:t>   AI 在各过程域的角色是否清晰？是否有规范？</a:t>
            </a:r>
          </a:p>
          <a:p>
            <a:pPr/>
            <a:r>
              <a:t/>
            </a:r>
          </a:p>
          <a:p>
            <a:pPr/>
            <a:r>
              <a:t>4. 代码/内容质量管控</a:t>
            </a:r>
          </a:p>
          <a:p>
            <a:pPr/>
            <a:r>
              <a:t>   AI 产出是否经过验证？是否有自动检查？</a:t>
            </a:r>
          </a:p>
          <a:p>
            <a:pPr/>
            <a:r>
              <a:t/>
            </a:r>
          </a:p>
          <a:p>
            <a:pPr/>
            <a:r>
              <a:t>5. 组织资产沉淀</a:t>
            </a:r>
          </a:p>
          <a:p>
            <a:pPr/>
            <a:r>
              <a:t>   是否有知识管理？项目经验是否结构化存储？</a:t>
            </a:r>
          </a:p>
          <a:p>
            <a:pPr/>
            <a:r>
              <a:t/>
            </a:r>
          </a:p>
          <a:p>
            <a:pPr/>
            <a:r>
              <a:t>6. 度量与改进机制</a:t>
            </a:r>
          </a:p>
          <a:p>
            <a:pPr/>
            <a:r>
              <a:t>   是否在度量 AI 的效果？是否有改进闭环？</a:t>
            </a:r>
          </a:p>
          <a:p>
            <a:pPr/>
            <a:r>
              <a:t/>
            </a:r>
          </a:p>
          <a:p>
            <a:pPr/>
            <a:r>
              <a:t>评估后得到 HMM 总分，对照成熟度等级，明确：</a:t>
            </a:r>
          </a:p>
          <a:p>
            <a:pPr/>
            <a:r>
              <a:t>  当前位置在哪？下一级目标是什么？优先级最高的改进项是什么？</a:t>
            </a:r>
          </a:p>
          <a:p>
            <a:pPr/>
            <a:r>
              <a:t>咨询顾问可以把 HMM 作为一种诊断工具来销售服务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如何评估组织的 Harness 成熟度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为什么更应工程化？</a:t>
            </a:r>
            <a:endParaRPr lang="zh-CN" altLang="en-US"/>
          </a:p>
          <a:p>
            <a:pPr/>
            <a:r>
              <a:t>  AI 生成代码的速度太快，缺少工程化会导致混乱指数级增长</a:t>
            </a:r>
          </a:p>
          <a:p>
            <a:pPr/>
            <a:r>
              <a:t>  AI 没有判断力，如果没有规范约束，会生产大量技术债</a:t>
            </a:r>
          </a:p>
          <a:p>
            <a:pPr/>
            <a:r>
              <a:t>  AI 的失忆特征 - 没有工程化体系，它每次都从零开始</a:t>
            </a:r>
          </a:p>
          <a:p>
            <a:pPr/>
            <a:r>
              <a:t/>
            </a:r>
          </a:p>
          <a:p>
            <a:pPr/>
            <a:r>
              <a:t>为什么更能工程化？</a:t>
            </a:r>
          </a:p>
          <a:p>
            <a:pPr/>
            <a:r>
              <a:t>  AI 本身就是执行规范的最佳载体 - 把规范注入 Prompt，执行就是 100% 合规</a:t>
            </a:r>
          </a:p>
          <a:p>
            <a:pPr/>
            <a:r>
              <a:t>  AI 可以自动做大量验证、检查、分析工作</a:t>
            </a:r>
          </a:p>
          <a:p>
            <a:pPr/>
            <a:r>
              <a:t>  AI 可以帮助度量 - 自动采集、分析、报告工程数据</a:t>
            </a:r>
          </a:p>
          <a:p>
            <a:pPr/>
            <a:r>
              <a:t>  AI 可以帮助改进 - 自动识别坏味道、发现可复用模式</a:t>
            </a:r>
          </a:p>
          <a:p>
            <a:pPr/>
            <a:r>
              <a:t/>
            </a:r>
          </a:p>
          <a:p>
            <a:pPr/>
            <a:r>
              <a:t>这是一个既是问题也是解法的独特局面：</a:t>
            </a:r>
          </a:p>
          <a:p>
            <a:pPr/>
            <a:r>
              <a:t>  AI 带来了工程化的挑战，但 AI 也恰恰是工程化的最强工具</a:t>
            </a:r>
          </a:p>
          <a:p>
            <a:pPr/>
            <a:r>
              <a:t>  关键是：你是否在有意识地把 AI 变成工程化引擎，而非仅仅是代码生成器</a:t>
            </a:r>
          </a:p>
          <a:p>
            <a:pPr/>
            <a:r>
              <a:t>咨询顾问的价值主张：帮助客户完成这个转变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AI 编程更应工程化，AI 编程更能工程化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AI4SE 核心要点回顾</a:t>
            </a:r>
            <a:endParaRPr lang="zh-CN" altLang="en-US"/>
          </a:p>
          <a:p>
            <a:pPr/>
            <a:r>
              <a:t>团队落地路线图</a:t>
            </a:r>
          </a:p>
          <a:p>
            <a:pPr/>
            <a:r>
              <a:t>给咨询顾问的建议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Part 6 - 总结与行动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认识 AI：不是银弹，是最强辅助子弹；擅长局部、不擅长全局</a:t>
            </a:r>
            <a:endParaRPr lang="zh-CN" altLang="en-US"/>
          </a:p>
          <a:p>
            <a:pPr/>
            <a:r>
              <a:t>驾驭 AI：四大原则（完整规划、分级 MVP、增量实现、局部修改）</a:t>
            </a:r>
          </a:p>
          <a:p>
            <a:pPr/>
            <a:r>
              <a:t>实战方法：7 要素任务描述、去模糊化、小步快跑、永远验证</a:t>
            </a:r>
          </a:p>
          <a:p>
            <a:pPr/>
            <a:r>
              <a:t>体系融合：OSSP-PDP-Harness 三层；CMMI 框架 + AI 执行</a:t>
            </a:r>
          </a:p>
          <a:p>
            <a:pPr/>
            <a:r>
              <a:t>量化评估：HMM 成熟度模型 - 从个人行为到组织能力</a:t>
            </a:r>
          </a:p>
          <a:p>
            <a:pPr/>
            <a:r>
              <a:t/>
            </a:r>
          </a:p>
          <a:p>
            <a:pPr/>
            <a:r>
              <a:t>一句话总结：</a:t>
            </a:r>
          </a:p>
          <a:p>
            <a:pPr/>
            <a:r>
              <a:t>  AI 改变了代码的生产方式，但没有改变软件工程的基本规律</a:t>
            </a:r>
          </a:p>
          <a:p>
            <a:pPr/>
            <a:r>
              <a:t>  好的设计、清晰的需求、规范的过程、持续的度量依然是成功的基石</a:t>
            </a:r>
          </a:p>
          <a:p>
            <a:pPr/>
            <a:r>
              <a:t>  不同的是：这些事情现在可以、也应该由 AI 来辅助完成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核心要点回顾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阶段 1（1-3 个月）- L1 到 L2</a:t>
            </a:r>
            <a:endParaRPr lang="zh-CN" altLang="en-US"/>
          </a:p>
          <a:p>
            <a:pPr/>
            <a:r>
              <a:t>  部署标准 AI 工具（代码助手 + 知识助手）</a:t>
            </a:r>
          </a:p>
          <a:p>
            <a:pPr/>
            <a:r>
              <a:t>  建立基础 Prompt 模板库</a:t>
            </a:r>
          </a:p>
          <a:p>
            <a:pPr/>
            <a:r>
              <a:t>  推行 AI 辅助编码 + 人工评审的基本规范</a:t>
            </a:r>
          </a:p>
          <a:p>
            <a:pPr/>
            <a:r>
              <a:t>  目标：全员熟练、基本质量可控</a:t>
            </a:r>
          </a:p>
          <a:p>
            <a:pPr/>
            <a:r>
              <a:t/>
            </a:r>
          </a:p>
          <a:p>
            <a:pPr/>
            <a:r>
              <a:t>阶段 2（3-6 个月）- L2 到 L3</a:t>
            </a:r>
          </a:p>
          <a:p>
            <a:pPr/>
            <a:r>
              <a:t>  完善 Harness 过程定义（参考 CMMI 过程域映射）</a:t>
            </a:r>
          </a:p>
          <a:p>
            <a:pPr/>
            <a:r>
              <a:t>  建立组织级资产库（Prompt 模板、最佳实践、经验教训）</a:t>
            </a:r>
          </a:p>
          <a:p>
            <a:pPr/>
            <a:r>
              <a:t>  引入自动化验证与 CI/CD 集成</a:t>
            </a:r>
          </a:p>
          <a:p>
            <a:pPr/>
            <a:r>
              <a:t>  目标：过程有标准、产出可复制</a:t>
            </a:r>
          </a:p>
          <a:p>
            <a:pPr/>
            <a:r>
              <a:t/>
            </a:r>
          </a:p>
          <a:p>
            <a:pPr/>
            <a:r>
              <a:t>阶段 3（6-12 个月）- L3 到 L4</a:t>
            </a:r>
          </a:p>
          <a:p>
            <a:pPr/>
            <a:r>
              <a:t>  建立 HMM 度量体系并运行</a:t>
            </a:r>
          </a:p>
          <a:p>
            <a:pPr/>
            <a:r>
              <a:t>  数据驱动的改进决策</a:t>
            </a:r>
          </a:p>
          <a:p>
            <a:pPr/>
            <a:r>
              <a:t>  预测性管理（风险预测、工作量预测）</a:t>
            </a:r>
          </a:p>
          <a:p>
            <a:pPr/>
            <a:r>
              <a:t>  目标：管理有数据、改进有依据</a:t>
            </a:r>
          </a:p>
          <a:p>
            <a:pPr/>
            <a:r>
              <a:t/>
            </a:r>
          </a:p>
          <a:p>
            <a:pPr/>
            <a:r>
              <a:t>阶段 4（12+ 个月）- L4 到 L5</a:t>
            </a:r>
          </a:p>
          <a:p>
            <a:pPr/>
            <a:r>
              <a:t>  全变更蒸馏：每次交互都变成组织资产</a:t>
            </a:r>
          </a:p>
          <a:p>
            <a:pPr/>
            <a:r>
              <a:t>  AI 自驱动的过程优化</a:t>
            </a:r>
          </a:p>
          <a:p>
            <a:pPr/>
            <a:r>
              <a:t>  目标：可自我进化的人机协作体系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团队落地路线图：从 L1 到 L5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pPr/>
            <a:r>
              <a:t>1. 不要推销 AI 解决方案 - 推销用 AI 升级你的软件工程体系</a:t>
            </a:r>
            <a:endParaRPr lang="zh-CN" altLang="en-US"/>
          </a:p>
          <a:p>
            <a:pPr/>
            <a:r>
              <a:t>   客户买的不是工具，是更可控、更高质量、更可预测的工程能力</a:t>
            </a:r>
          </a:p>
          <a:p>
            <a:pPr/>
            <a:r>
              <a:t/>
            </a:r>
          </a:p>
          <a:p>
            <a:pPr/>
            <a:r>
              <a:t>2. 从诊断开始（用 HMM 做现状评估）</a:t>
            </a:r>
          </a:p>
          <a:p>
            <a:pPr/>
            <a:r>
              <a:t>   让客户先看到自己现在在哪，差距在哪 - 需求自然产生</a:t>
            </a:r>
          </a:p>
          <a:p>
            <a:pPr/>
            <a:r>
              <a:t/>
            </a:r>
          </a:p>
          <a:p>
            <a:pPr/>
            <a:r>
              <a:t>3. 从小处着手，快速证明价值</a:t>
            </a:r>
          </a:p>
          <a:p>
            <a:pPr/>
            <a:r>
              <a:t>   不要试图一次改造整个组织</a:t>
            </a:r>
          </a:p>
          <a:p>
            <a:pPr/>
            <a:r>
              <a:t>   选一个项目/一个团队做试点，用数据（效率、质量、缺陷率）说话</a:t>
            </a:r>
          </a:p>
          <a:p>
            <a:pPr/>
            <a:r>
              <a:t/>
            </a:r>
          </a:p>
          <a:p>
            <a:pPr/>
            <a:r>
              <a:t>4. 帮客户建立组织资产</a:t>
            </a:r>
          </a:p>
          <a:p>
            <a:pPr/>
            <a:r>
              <a:t>   Prompt 模板、过程规范、最佳实践库、经验教训文档</a:t>
            </a:r>
          </a:p>
          <a:p>
            <a:pPr/>
            <a:r>
              <a:t>   这些不可见的资产，恰恰是咨询服务的核心交付物</a:t>
            </a:r>
          </a:p>
          <a:p>
            <a:pPr/>
            <a:r>
              <a:t/>
            </a:r>
          </a:p>
          <a:p>
            <a:pPr/>
            <a:r>
              <a:t>5. 保持谦虚：AI 技术在快速变化，我们都在学习</a:t>
            </a:r>
          </a:p>
          <a:p>
            <a:pPr/>
            <a:r>
              <a:t>   承认不懂的东西，和分享知道的东西一样重要</a:t>
            </a:r>
          </a:p>
          <a:p>
            <a:pPr/>
            <a:r>
              <a:t/>
            </a:r>
          </a:p>
          <a:p>
            <a:pPr/>
            <a:r>
              <a:t>咨询的本质没变：帮助客户看到自己看不到的问题，提供可落地的方案</a:t>
            </a:r>
          </a:p>
          <a:p>
            <a:pPr/>
            <a:r>
              <a:t>AI 只是让这个过程的效率和深度都上了一个台阶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给咨询顾问的建议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43</Words>
  <Application>WPS 文字</Application>
  <PresentationFormat>宽屏</PresentationFormat>
  <Paragraphs>7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思源黑体 CN</vt:lpstr>
      <vt:lpstr>汉仪中黑KW</vt:lpstr>
      <vt:lpstr>汉仪书宋二KW</vt:lpstr>
      <vt:lpstr>Arial</vt:lpstr>
      <vt:lpstr>幼圆</vt:lpstr>
      <vt:lpstr>华文宋体</vt:lpstr>
      <vt:lpstr>阿里巴巴普惠体</vt:lpstr>
      <vt:lpstr>Times New Roman</vt:lpstr>
      <vt:lpstr>Thonburi</vt:lpstr>
      <vt:lpstr>宋体</vt:lpstr>
      <vt:lpstr>Arial Unicode MS</vt:lpstr>
      <vt:lpstr>Office 主题​​</vt:lpstr>
      <vt:lpstr>2026年麦哲思科技PPT模板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A285</dc:creator>
  <cp:lastModifiedBy>任甲林</cp:lastModifiedBy>
  <cp:revision>4</cp:revision>
  <dcterms:created xsi:type="dcterms:W3CDTF">2026-04-13T00:13:41Z</dcterms:created>
  <dcterms:modified xsi:type="dcterms:W3CDTF">2026-04-13T00:13:41Z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9B1AFD4F82B119447F63DB6941B00046_42</vt:lpwstr>
  </property>
</Properties>
</file>